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8" r:id="rId2"/>
    <p:sldId id="264" r:id="rId3"/>
    <p:sldId id="265" r:id="rId4"/>
    <p:sldId id="261" r:id="rId5"/>
    <p:sldId id="263" r:id="rId6"/>
  </p:sldIdLst>
  <p:sldSz cx="1079976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0" autoAdjust="0"/>
    <p:restoredTop sz="94660"/>
  </p:normalViewPr>
  <p:slideViewPr>
    <p:cSldViewPr snapToGrid="0">
      <p:cViewPr>
        <p:scale>
          <a:sx n="66" d="100"/>
          <a:sy n="66" d="100"/>
        </p:scale>
        <p:origin x="2592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9982" y="1767462"/>
            <a:ext cx="9179799" cy="3759917"/>
          </a:xfrm>
        </p:spPr>
        <p:txBody>
          <a:bodyPr anchor="b"/>
          <a:lstStyle>
            <a:lvl1pPr algn="ctr">
              <a:defRPr sz="7087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49971" y="5672376"/>
            <a:ext cx="8099822" cy="2607442"/>
          </a:xfrm>
        </p:spPr>
        <p:txBody>
          <a:bodyPr/>
          <a:lstStyle>
            <a:lvl1pPr marL="0" indent="0" algn="ctr">
              <a:buNone/>
              <a:defRPr sz="2835"/>
            </a:lvl1pPr>
            <a:lvl2pPr marL="539999" indent="0" algn="ctr">
              <a:buNone/>
              <a:defRPr sz="2362"/>
            </a:lvl2pPr>
            <a:lvl3pPr marL="1079998" indent="0" algn="ctr">
              <a:buNone/>
              <a:defRPr sz="2126"/>
            </a:lvl3pPr>
            <a:lvl4pPr marL="1619997" indent="0" algn="ctr">
              <a:buNone/>
              <a:defRPr sz="1890"/>
            </a:lvl4pPr>
            <a:lvl5pPr marL="2159996" indent="0" algn="ctr">
              <a:buNone/>
              <a:defRPr sz="1890"/>
            </a:lvl5pPr>
            <a:lvl6pPr marL="2699995" indent="0" algn="ctr">
              <a:buNone/>
              <a:defRPr sz="1890"/>
            </a:lvl6pPr>
            <a:lvl7pPr marL="3239994" indent="0" algn="ctr">
              <a:buNone/>
              <a:defRPr sz="1890"/>
            </a:lvl7pPr>
            <a:lvl8pPr marL="3779992" indent="0" algn="ctr">
              <a:buNone/>
              <a:defRPr sz="1890"/>
            </a:lvl8pPr>
            <a:lvl9pPr marL="4319991" indent="0" algn="ctr">
              <a:buNone/>
              <a:defRPr sz="189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9F38B-51E1-4C90-A834-FCA36791B729}" type="datetimeFigureOut">
              <a:rPr lang="es-ES" smtClean="0"/>
              <a:t>26/09/2022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39D0-CD63-40CC-AA44-B0416299C76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587560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9F38B-51E1-4C90-A834-FCA36791B729}" type="datetimeFigureOut">
              <a:rPr lang="es-ES" smtClean="0"/>
              <a:t>26/09/2022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39D0-CD63-40CC-AA44-B0416299C76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621926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859" y="2692444"/>
            <a:ext cx="9314796" cy="4492401"/>
          </a:xfrm>
        </p:spPr>
        <p:txBody>
          <a:bodyPr anchor="b"/>
          <a:lstStyle>
            <a:lvl1pPr>
              <a:defRPr sz="7087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859" y="7227345"/>
            <a:ext cx="9314796" cy="2362447"/>
          </a:xfrm>
        </p:spPr>
        <p:txBody>
          <a:bodyPr/>
          <a:lstStyle>
            <a:lvl1pPr marL="0" indent="0">
              <a:buNone/>
              <a:defRPr sz="2835">
                <a:solidFill>
                  <a:schemeClr val="tx1"/>
                </a:solidFill>
              </a:defRPr>
            </a:lvl1pPr>
            <a:lvl2pPr marL="539999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2pPr>
            <a:lvl3pPr marL="1079998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3pPr>
            <a:lvl4pPr marL="1619997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4pPr>
            <a:lvl5pPr marL="2159996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5pPr>
            <a:lvl6pPr marL="269999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6pPr>
            <a:lvl7pPr marL="3239994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7pPr>
            <a:lvl8pPr marL="3779992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8pPr>
            <a:lvl9pPr marL="4319991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9F38B-51E1-4C90-A834-FCA36791B729}" type="datetimeFigureOut">
              <a:rPr lang="es-ES" smtClean="0"/>
              <a:t>26/09/2022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39D0-CD63-40CC-AA44-B0416299C76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82286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42484" y="2874937"/>
            <a:ext cx="4589899" cy="685235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67380" y="2874937"/>
            <a:ext cx="4589899" cy="685235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9F38B-51E1-4C90-A834-FCA36791B729}" type="datetimeFigureOut">
              <a:rPr lang="es-ES" smtClean="0"/>
              <a:t>26/09/2022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39D0-CD63-40CC-AA44-B0416299C76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93947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574990"/>
            <a:ext cx="9314796" cy="208745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3892" y="2647443"/>
            <a:ext cx="4568805" cy="1297471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999" indent="0">
              <a:buNone/>
              <a:defRPr sz="2362" b="1"/>
            </a:lvl2pPr>
            <a:lvl3pPr marL="1079998" indent="0">
              <a:buNone/>
              <a:defRPr sz="2126" b="1"/>
            </a:lvl3pPr>
            <a:lvl4pPr marL="1619997" indent="0">
              <a:buNone/>
              <a:defRPr sz="1890" b="1"/>
            </a:lvl4pPr>
            <a:lvl5pPr marL="2159996" indent="0">
              <a:buNone/>
              <a:defRPr sz="1890" b="1"/>
            </a:lvl5pPr>
            <a:lvl6pPr marL="2699995" indent="0">
              <a:buNone/>
              <a:defRPr sz="1890" b="1"/>
            </a:lvl6pPr>
            <a:lvl7pPr marL="3239994" indent="0">
              <a:buNone/>
              <a:defRPr sz="1890" b="1"/>
            </a:lvl7pPr>
            <a:lvl8pPr marL="3779992" indent="0">
              <a:buNone/>
              <a:defRPr sz="1890" b="1"/>
            </a:lvl8pPr>
            <a:lvl9pPr marL="4319991" indent="0">
              <a:buNone/>
              <a:defRPr sz="189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892" y="3944914"/>
            <a:ext cx="4568805" cy="580237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67381" y="2647443"/>
            <a:ext cx="4591306" cy="1297471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999" indent="0">
              <a:buNone/>
              <a:defRPr sz="2362" b="1"/>
            </a:lvl2pPr>
            <a:lvl3pPr marL="1079998" indent="0">
              <a:buNone/>
              <a:defRPr sz="2126" b="1"/>
            </a:lvl3pPr>
            <a:lvl4pPr marL="1619997" indent="0">
              <a:buNone/>
              <a:defRPr sz="1890" b="1"/>
            </a:lvl4pPr>
            <a:lvl5pPr marL="2159996" indent="0">
              <a:buNone/>
              <a:defRPr sz="1890" b="1"/>
            </a:lvl5pPr>
            <a:lvl6pPr marL="2699995" indent="0">
              <a:buNone/>
              <a:defRPr sz="1890" b="1"/>
            </a:lvl6pPr>
            <a:lvl7pPr marL="3239994" indent="0">
              <a:buNone/>
              <a:defRPr sz="1890" b="1"/>
            </a:lvl7pPr>
            <a:lvl8pPr marL="3779992" indent="0">
              <a:buNone/>
              <a:defRPr sz="1890" b="1"/>
            </a:lvl8pPr>
            <a:lvl9pPr marL="4319991" indent="0">
              <a:buNone/>
              <a:defRPr sz="189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67381" y="3944914"/>
            <a:ext cx="4591306" cy="580237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9F38B-51E1-4C90-A834-FCA36791B729}" type="datetimeFigureOut">
              <a:rPr lang="es-ES" smtClean="0"/>
              <a:t>26/09/2022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39D0-CD63-40CC-AA44-B0416299C76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64543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9F38B-51E1-4C90-A834-FCA36791B729}" type="datetimeFigureOut">
              <a:rPr lang="es-ES" smtClean="0"/>
              <a:t>26/09/2022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39D0-CD63-40CC-AA44-B0416299C76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4975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9F38B-51E1-4C90-A834-FCA36791B729}" type="datetimeFigureOut">
              <a:rPr lang="es-ES" smtClean="0"/>
              <a:t>26/09/2022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39D0-CD63-40CC-AA44-B0416299C76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60514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719984"/>
            <a:ext cx="3483205" cy="2519945"/>
          </a:xfrm>
        </p:spPr>
        <p:txBody>
          <a:bodyPr anchor="b"/>
          <a:lstStyle>
            <a:lvl1pPr>
              <a:defRPr sz="378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1306" y="1554968"/>
            <a:ext cx="5467380" cy="7674832"/>
          </a:xfrm>
        </p:spPr>
        <p:txBody>
          <a:bodyPr/>
          <a:lstStyle>
            <a:lvl1pPr>
              <a:defRPr sz="3780"/>
            </a:lvl1pPr>
            <a:lvl2pPr>
              <a:defRPr sz="3307"/>
            </a:lvl2pPr>
            <a:lvl3pPr>
              <a:defRPr sz="2835"/>
            </a:lvl3pPr>
            <a:lvl4pPr>
              <a:defRPr sz="2362"/>
            </a:lvl4pPr>
            <a:lvl5pPr>
              <a:defRPr sz="2362"/>
            </a:lvl5pPr>
            <a:lvl6pPr>
              <a:defRPr sz="2362"/>
            </a:lvl6pPr>
            <a:lvl7pPr>
              <a:defRPr sz="2362"/>
            </a:lvl7pPr>
            <a:lvl8pPr>
              <a:defRPr sz="2362"/>
            </a:lvl8pPr>
            <a:lvl9pPr>
              <a:defRPr sz="2362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0" y="3239929"/>
            <a:ext cx="3483205" cy="6002369"/>
          </a:xfrm>
        </p:spPr>
        <p:txBody>
          <a:bodyPr/>
          <a:lstStyle>
            <a:lvl1pPr marL="0" indent="0">
              <a:buNone/>
              <a:defRPr sz="1890"/>
            </a:lvl1pPr>
            <a:lvl2pPr marL="539999" indent="0">
              <a:buNone/>
              <a:defRPr sz="1654"/>
            </a:lvl2pPr>
            <a:lvl3pPr marL="1079998" indent="0">
              <a:buNone/>
              <a:defRPr sz="1417"/>
            </a:lvl3pPr>
            <a:lvl4pPr marL="1619997" indent="0">
              <a:buNone/>
              <a:defRPr sz="1181"/>
            </a:lvl4pPr>
            <a:lvl5pPr marL="2159996" indent="0">
              <a:buNone/>
              <a:defRPr sz="1181"/>
            </a:lvl5pPr>
            <a:lvl6pPr marL="2699995" indent="0">
              <a:buNone/>
              <a:defRPr sz="1181"/>
            </a:lvl6pPr>
            <a:lvl7pPr marL="3239994" indent="0">
              <a:buNone/>
              <a:defRPr sz="1181"/>
            </a:lvl7pPr>
            <a:lvl8pPr marL="3779992" indent="0">
              <a:buNone/>
              <a:defRPr sz="1181"/>
            </a:lvl8pPr>
            <a:lvl9pPr marL="4319991" indent="0">
              <a:buNone/>
              <a:defRPr sz="118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9F38B-51E1-4C90-A834-FCA36791B729}" type="datetimeFigureOut">
              <a:rPr lang="es-ES" smtClean="0"/>
              <a:t>26/09/2022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39D0-CD63-40CC-AA44-B0416299C76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33224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719984"/>
            <a:ext cx="3483205" cy="2519945"/>
          </a:xfrm>
        </p:spPr>
        <p:txBody>
          <a:bodyPr anchor="b"/>
          <a:lstStyle>
            <a:lvl1pPr>
              <a:defRPr sz="378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91306" y="1554968"/>
            <a:ext cx="5467380" cy="7674832"/>
          </a:xfrm>
        </p:spPr>
        <p:txBody>
          <a:bodyPr anchor="t"/>
          <a:lstStyle>
            <a:lvl1pPr marL="0" indent="0">
              <a:buNone/>
              <a:defRPr sz="3780"/>
            </a:lvl1pPr>
            <a:lvl2pPr marL="539999" indent="0">
              <a:buNone/>
              <a:defRPr sz="3307"/>
            </a:lvl2pPr>
            <a:lvl3pPr marL="1079998" indent="0">
              <a:buNone/>
              <a:defRPr sz="2835"/>
            </a:lvl3pPr>
            <a:lvl4pPr marL="1619997" indent="0">
              <a:buNone/>
              <a:defRPr sz="2362"/>
            </a:lvl4pPr>
            <a:lvl5pPr marL="2159996" indent="0">
              <a:buNone/>
              <a:defRPr sz="2362"/>
            </a:lvl5pPr>
            <a:lvl6pPr marL="2699995" indent="0">
              <a:buNone/>
              <a:defRPr sz="2362"/>
            </a:lvl6pPr>
            <a:lvl7pPr marL="3239994" indent="0">
              <a:buNone/>
              <a:defRPr sz="2362"/>
            </a:lvl7pPr>
            <a:lvl8pPr marL="3779992" indent="0">
              <a:buNone/>
              <a:defRPr sz="2362"/>
            </a:lvl8pPr>
            <a:lvl9pPr marL="4319991" indent="0">
              <a:buNone/>
              <a:defRPr sz="2362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0" y="3239929"/>
            <a:ext cx="3483205" cy="6002369"/>
          </a:xfrm>
        </p:spPr>
        <p:txBody>
          <a:bodyPr/>
          <a:lstStyle>
            <a:lvl1pPr marL="0" indent="0">
              <a:buNone/>
              <a:defRPr sz="1890"/>
            </a:lvl1pPr>
            <a:lvl2pPr marL="539999" indent="0">
              <a:buNone/>
              <a:defRPr sz="1654"/>
            </a:lvl2pPr>
            <a:lvl3pPr marL="1079998" indent="0">
              <a:buNone/>
              <a:defRPr sz="1417"/>
            </a:lvl3pPr>
            <a:lvl4pPr marL="1619997" indent="0">
              <a:buNone/>
              <a:defRPr sz="1181"/>
            </a:lvl4pPr>
            <a:lvl5pPr marL="2159996" indent="0">
              <a:buNone/>
              <a:defRPr sz="1181"/>
            </a:lvl5pPr>
            <a:lvl6pPr marL="2699995" indent="0">
              <a:buNone/>
              <a:defRPr sz="1181"/>
            </a:lvl6pPr>
            <a:lvl7pPr marL="3239994" indent="0">
              <a:buNone/>
              <a:defRPr sz="1181"/>
            </a:lvl7pPr>
            <a:lvl8pPr marL="3779992" indent="0">
              <a:buNone/>
              <a:defRPr sz="1181"/>
            </a:lvl8pPr>
            <a:lvl9pPr marL="4319991" indent="0">
              <a:buNone/>
              <a:defRPr sz="118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9F38B-51E1-4C90-A834-FCA36791B729}" type="datetimeFigureOut">
              <a:rPr lang="es-ES" smtClean="0"/>
              <a:t>26/09/2022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39D0-CD63-40CC-AA44-B0416299C76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12663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9F38B-51E1-4C90-A834-FCA36791B729}" type="datetimeFigureOut">
              <a:rPr lang="es-ES" smtClean="0"/>
              <a:t>26/09/2022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39D0-CD63-40CC-AA44-B0416299C76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9680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28581" y="574987"/>
            <a:ext cx="2328699" cy="915230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484" y="574987"/>
            <a:ext cx="6851100" cy="9152300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9F38B-51E1-4C90-A834-FCA36791B729}" type="datetimeFigureOut">
              <a:rPr lang="es-ES" smtClean="0"/>
              <a:t>26/09/2022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39D0-CD63-40CC-AA44-B0416299C76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36573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2484" y="574990"/>
            <a:ext cx="9314796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484" y="2874937"/>
            <a:ext cx="9314796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484" y="10009783"/>
            <a:ext cx="2429947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1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89F38B-51E1-4C90-A834-FCA36791B729}" type="datetimeFigureOut">
              <a:rPr lang="es-ES" smtClean="0"/>
              <a:t>26/09/2022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77422" y="10009783"/>
            <a:ext cx="364492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1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7332" y="10009783"/>
            <a:ext cx="2429947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1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F039D0-CD63-40CC-AA44-B0416299C76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19870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79998" rtl="0" eaLnBrk="1" latinLnBrk="0" hangingPunct="1">
        <a:lnSpc>
          <a:spcPct val="90000"/>
        </a:lnSpc>
        <a:spcBef>
          <a:spcPct val="0"/>
        </a:spcBef>
        <a:buNone/>
        <a:defRPr sz="519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999" indent="-269999" algn="l" defTabSz="1079998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1pPr>
      <a:lvl2pPr marL="809998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349997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3pPr>
      <a:lvl4pPr marL="1889996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429995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969994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509993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4049992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589991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1pPr>
      <a:lvl2pPr marL="539999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2pPr>
      <a:lvl3pPr marL="1079998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619997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159996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699995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239994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3779992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319991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9F0B9974-61A2-4C32-B1B3-F1A5E93F1E2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84508267"/>
              </p:ext>
            </p:extLst>
          </p:nvPr>
        </p:nvGraphicFramePr>
        <p:xfrm>
          <a:off x="1178807" y="2964876"/>
          <a:ext cx="8444533" cy="487239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5629218" imgH="3248059" progId="Excel.Sheet.12">
                  <p:embed/>
                </p:oleObj>
              </mc:Choice>
              <mc:Fallback>
                <p:oleObj name="Worksheet" r:id="rId2" imgW="5629218" imgH="3248059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178807" y="2964876"/>
                        <a:ext cx="8444533" cy="487239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1146363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Imagen 27">
            <a:extLst>
              <a:ext uri="{FF2B5EF4-FFF2-40B4-BE49-F238E27FC236}">
                <a16:creationId xmlns:a16="http://schemas.microsoft.com/office/drawing/2014/main" id="{47F98AD0-9B2B-3095-FC98-FFFFD6834403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14271" y="625193"/>
            <a:ext cx="10814034" cy="10174570"/>
          </a:xfrm>
          <a:prstGeom prst="rect">
            <a:avLst/>
          </a:prstGeom>
        </p:spPr>
      </p:pic>
      <p:sp>
        <p:nvSpPr>
          <p:cNvPr id="34" name="CuadroTexto 33">
            <a:extLst>
              <a:ext uri="{FF2B5EF4-FFF2-40B4-BE49-F238E27FC236}">
                <a16:creationId xmlns:a16="http://schemas.microsoft.com/office/drawing/2014/main" id="{4DCD4564-6B01-4CF9-A261-9D860BABEBA9}"/>
              </a:ext>
            </a:extLst>
          </p:cNvPr>
          <p:cNvSpPr txBox="1"/>
          <p:nvPr/>
        </p:nvSpPr>
        <p:spPr>
          <a:xfrm>
            <a:off x="8402763" y="9550063"/>
            <a:ext cx="106168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500" dirty="0" err="1">
                <a:latin typeface="Audiowide" panose="02000503000000020004" pitchFamily="2" charset="0"/>
              </a:rPr>
              <a:t>Power</a:t>
            </a:r>
            <a:endParaRPr lang="es-ES" sz="1500" dirty="0">
              <a:latin typeface="Audiowide" panose="02000503000000020004" pitchFamily="2" charset="0"/>
            </a:endParaRP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DD8BF122-38F0-449B-B46D-A13EF4E9D54B}"/>
              </a:ext>
            </a:extLst>
          </p:cNvPr>
          <p:cNvGrpSpPr/>
          <p:nvPr/>
        </p:nvGrpSpPr>
        <p:grpSpPr>
          <a:xfrm rot="16200000">
            <a:off x="9350021" y="8070748"/>
            <a:ext cx="1233792" cy="769798"/>
            <a:chOff x="9231477" y="3009174"/>
            <a:chExt cx="1177114" cy="716971"/>
          </a:xfrm>
        </p:grpSpPr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00D77B8B-6280-451D-A554-F268F2A3FB18}"/>
                </a:ext>
              </a:extLst>
            </p:cNvPr>
            <p:cNvSpPr txBox="1"/>
            <p:nvPr/>
          </p:nvSpPr>
          <p:spPr>
            <a:xfrm rot="5400000">
              <a:off x="9070302" y="3207986"/>
              <a:ext cx="641681" cy="319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1575" dirty="0">
                  <a:latin typeface="Audiowide" panose="02000503000000020004" pitchFamily="2" charset="0"/>
                </a:rPr>
                <a:t>3V</a:t>
              </a: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BBD4C01B-7E62-43FE-A0FF-73792B01A6ED}"/>
                </a:ext>
              </a:extLst>
            </p:cNvPr>
            <p:cNvSpPr txBox="1"/>
            <p:nvPr/>
          </p:nvSpPr>
          <p:spPr>
            <a:xfrm rot="5400000">
              <a:off x="9317083" y="3224511"/>
              <a:ext cx="716971" cy="2862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1350" dirty="0">
                  <a:latin typeface="Audiowide" panose="02000503000000020004" pitchFamily="2" charset="0"/>
                </a:rPr>
                <a:t>GND</a:t>
              </a:r>
              <a:endParaRPr lang="es-ES" sz="1050" dirty="0">
                <a:latin typeface="Audiowide" panose="02000503000000020004" pitchFamily="2" charset="0"/>
              </a:endParaRPr>
            </a:p>
          </p:txBody>
        </p: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938D566D-5102-4876-AB8E-CB12FFA38413}"/>
                </a:ext>
              </a:extLst>
            </p:cNvPr>
            <p:cNvSpPr txBox="1"/>
            <p:nvPr/>
          </p:nvSpPr>
          <p:spPr>
            <a:xfrm rot="5400000">
              <a:off x="9630002" y="3184530"/>
              <a:ext cx="641679" cy="319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1575" dirty="0" err="1">
                  <a:latin typeface="Audiowide" panose="02000503000000020004" pitchFamily="2" charset="0"/>
                </a:rPr>
                <a:t>Tx</a:t>
              </a:r>
              <a:endParaRPr lang="es-ES" sz="1575" dirty="0">
                <a:latin typeface="Audiowide" panose="02000503000000020004" pitchFamily="2" charset="0"/>
              </a:endParaRPr>
            </a:p>
          </p:txBody>
        </p:sp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2E0787BC-322D-47AB-8E9E-980B34C22FB2}"/>
                </a:ext>
              </a:extLst>
            </p:cNvPr>
            <p:cNvSpPr txBox="1"/>
            <p:nvPr/>
          </p:nvSpPr>
          <p:spPr>
            <a:xfrm rot="5400000">
              <a:off x="9928085" y="3195943"/>
              <a:ext cx="641681" cy="319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1575" dirty="0" err="1">
                  <a:latin typeface="Audiowide" panose="02000503000000020004" pitchFamily="2" charset="0"/>
                </a:rPr>
                <a:t>Rx</a:t>
              </a:r>
              <a:endParaRPr lang="es-ES" sz="1575" dirty="0">
                <a:latin typeface="Audiowide" panose="02000503000000020004" pitchFamily="2" charset="0"/>
              </a:endParaRPr>
            </a:p>
          </p:txBody>
        </p:sp>
      </p:grpSp>
      <p:sp>
        <p:nvSpPr>
          <p:cNvPr id="53" name="CuadroTexto 52">
            <a:extLst>
              <a:ext uri="{FF2B5EF4-FFF2-40B4-BE49-F238E27FC236}">
                <a16:creationId xmlns:a16="http://schemas.microsoft.com/office/drawing/2014/main" id="{D39C0242-52C4-4F20-9E9B-C78E063735BE}"/>
              </a:ext>
            </a:extLst>
          </p:cNvPr>
          <p:cNvSpPr txBox="1"/>
          <p:nvPr/>
        </p:nvSpPr>
        <p:spPr>
          <a:xfrm>
            <a:off x="9805957" y="7566817"/>
            <a:ext cx="802964" cy="307413"/>
          </a:xfrm>
          <a:prstGeom prst="rect">
            <a:avLst/>
          </a:prstGeom>
          <a:solidFill>
            <a:schemeClr val="tx1"/>
          </a:solidFill>
        </p:spPr>
        <p:txBody>
          <a:bodyPr wrap="square" lIns="0" rIns="0">
            <a:noAutofit/>
          </a:bodyPr>
          <a:lstStyle/>
          <a:p>
            <a:pPr algn="ctr" defTabSz="0">
              <a:tabLst>
                <a:tab pos="0" algn="l"/>
              </a:tabLst>
            </a:pPr>
            <a:r>
              <a:rPr lang="es-ES" sz="1185" spc="75" dirty="0">
                <a:solidFill>
                  <a:schemeClr val="bg1"/>
                </a:solidFill>
                <a:latin typeface="Audiowide" panose="02000503000000020004" pitchFamily="2" charset="0"/>
              </a:rPr>
              <a:t>SERIAL</a:t>
            </a:r>
            <a:endParaRPr lang="es-ES" sz="1185" spc="75" dirty="0">
              <a:solidFill>
                <a:schemeClr val="bg1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38DFCFC5-0650-4B6E-9DFA-E95A57F67C2B}"/>
              </a:ext>
            </a:extLst>
          </p:cNvPr>
          <p:cNvSpPr txBox="1"/>
          <p:nvPr/>
        </p:nvSpPr>
        <p:spPr>
          <a:xfrm rot="16200000">
            <a:off x="7706414" y="10014352"/>
            <a:ext cx="106168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500" dirty="0" err="1">
                <a:latin typeface="Audiowide" panose="02000503000000020004" pitchFamily="2" charset="0"/>
              </a:rPr>
              <a:t>Reset</a:t>
            </a:r>
            <a:endParaRPr lang="es-ES" sz="1500" dirty="0">
              <a:latin typeface="Audiowide" panose="02000503000000020004" pitchFamily="2" charset="0"/>
            </a:endParaRP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DB449002-1A43-4DCC-B477-9A873D0DF2EC}"/>
              </a:ext>
            </a:extLst>
          </p:cNvPr>
          <p:cNvSpPr/>
          <p:nvPr/>
        </p:nvSpPr>
        <p:spPr>
          <a:xfrm>
            <a:off x="9810384" y="7566817"/>
            <a:ext cx="802964" cy="1563080"/>
          </a:xfrm>
          <a:prstGeom prst="roundRect">
            <a:avLst>
              <a:gd name="adj" fmla="val 7955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s-ES" sz="4050" dirty="0"/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4DBDB95F-14EB-49D0-8F00-D5B818808A72}"/>
              </a:ext>
            </a:extLst>
          </p:cNvPr>
          <p:cNvGrpSpPr/>
          <p:nvPr/>
        </p:nvGrpSpPr>
        <p:grpSpPr>
          <a:xfrm>
            <a:off x="3013784" y="8245679"/>
            <a:ext cx="2526030" cy="1015663"/>
            <a:chOff x="3713954" y="815975"/>
            <a:chExt cx="1683896" cy="677059"/>
          </a:xfrm>
        </p:grpSpPr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5D7FA04C-DFEF-4618-8C6A-317F9D0E6025}"/>
                </a:ext>
              </a:extLst>
            </p:cNvPr>
            <p:cNvSpPr txBox="1"/>
            <p:nvPr/>
          </p:nvSpPr>
          <p:spPr>
            <a:xfrm>
              <a:off x="3713954" y="815975"/>
              <a:ext cx="1267423" cy="677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3000" dirty="0">
                  <a:latin typeface="Audiowide" panose="02000503000000020004" pitchFamily="2" charset="0"/>
                </a:rPr>
                <a:t>Smart Garden</a:t>
              </a:r>
            </a:p>
          </p:txBody>
        </p:sp>
        <p:pic>
          <p:nvPicPr>
            <p:cNvPr id="3102" name="Picture 30" descr="Free Icon | Watering can with water drops">
              <a:extLst>
                <a:ext uri="{FF2B5EF4-FFF2-40B4-BE49-F238E27FC236}">
                  <a16:creationId xmlns:a16="http://schemas.microsoft.com/office/drawing/2014/main" id="{9491B846-4A94-4783-9BB1-FCF00B3C403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01351" y="929113"/>
              <a:ext cx="396499" cy="3964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04" name="Picture 32" descr="Internet and WiFi - Bibliothèques de Martigues">
              <a:extLst>
                <a:ext uri="{FF2B5EF4-FFF2-40B4-BE49-F238E27FC236}">
                  <a16:creationId xmlns:a16="http://schemas.microsoft.com/office/drawing/2014/main" id="{A361A618-93F3-45C0-86B1-95B9657947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604738">
              <a:off x="4909541" y="1200610"/>
              <a:ext cx="295997" cy="2566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1" name="Grupo 90">
            <a:extLst>
              <a:ext uri="{FF2B5EF4-FFF2-40B4-BE49-F238E27FC236}">
                <a16:creationId xmlns:a16="http://schemas.microsoft.com/office/drawing/2014/main" id="{5EFD4200-E3B8-4891-A6A5-E962DD5D7D1D}"/>
              </a:ext>
            </a:extLst>
          </p:cNvPr>
          <p:cNvGrpSpPr/>
          <p:nvPr/>
        </p:nvGrpSpPr>
        <p:grpSpPr>
          <a:xfrm rot="5400000">
            <a:off x="559907" y="9006554"/>
            <a:ext cx="346249" cy="1324647"/>
            <a:chOff x="6778220" y="1366503"/>
            <a:chExt cx="230816" cy="663456"/>
          </a:xfrm>
        </p:grpSpPr>
        <p:sp>
          <p:nvSpPr>
            <p:cNvPr id="181" name="CuadroTexto 180">
              <a:extLst>
                <a:ext uri="{FF2B5EF4-FFF2-40B4-BE49-F238E27FC236}">
                  <a16:creationId xmlns:a16="http://schemas.microsoft.com/office/drawing/2014/main" id="{8DF023B4-68F4-473F-9DE5-0EC31BB54E05}"/>
                </a:ext>
              </a:extLst>
            </p:cNvPr>
            <p:cNvSpPr txBox="1"/>
            <p:nvPr/>
          </p:nvSpPr>
          <p:spPr>
            <a:xfrm rot="16200000">
              <a:off x="6561900" y="1582823"/>
              <a:ext cx="663456" cy="2308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ES" sz="1650" dirty="0">
                  <a:latin typeface="Audiowide" panose="02000503000000020004" pitchFamily="2" charset="0"/>
                </a:rPr>
                <a:t>24 VAC</a:t>
              </a:r>
              <a:endParaRPr lang="es-ES" sz="1650" dirty="0"/>
            </a:p>
          </p:txBody>
        </p:sp>
        <p:sp>
          <p:nvSpPr>
            <p:cNvPr id="182" name="Rectángulo: esquinas redondeadas 181">
              <a:extLst>
                <a:ext uri="{FF2B5EF4-FFF2-40B4-BE49-F238E27FC236}">
                  <a16:creationId xmlns:a16="http://schemas.microsoft.com/office/drawing/2014/main" id="{470294C4-310B-4B90-BB2D-430B30D1ADDC}"/>
                </a:ext>
              </a:extLst>
            </p:cNvPr>
            <p:cNvSpPr/>
            <p:nvPr/>
          </p:nvSpPr>
          <p:spPr>
            <a:xfrm rot="16200000">
              <a:off x="6584083" y="1599915"/>
              <a:ext cx="615229" cy="187784"/>
            </a:xfrm>
            <a:prstGeom prst="roundRect">
              <a:avLst>
                <a:gd name="adj" fmla="val 30781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ES" sz="4050" dirty="0"/>
            </a:p>
          </p:txBody>
        </p:sp>
      </p:grpSp>
      <p:sp>
        <p:nvSpPr>
          <p:cNvPr id="145" name="CuadroTexto 144">
            <a:extLst>
              <a:ext uri="{FF2B5EF4-FFF2-40B4-BE49-F238E27FC236}">
                <a16:creationId xmlns:a16="http://schemas.microsoft.com/office/drawing/2014/main" id="{EB1D1819-39DD-462C-8AD7-A62421EF882C}"/>
              </a:ext>
            </a:extLst>
          </p:cNvPr>
          <p:cNvSpPr txBox="1"/>
          <p:nvPr/>
        </p:nvSpPr>
        <p:spPr>
          <a:xfrm>
            <a:off x="8923275" y="7768290"/>
            <a:ext cx="962189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50" b="1" dirty="0">
                <a:latin typeface="Audiowide" panose="02000503000000020004" pitchFamily="2" charset="0"/>
              </a:rPr>
              <a:t>Flash</a:t>
            </a:r>
          </a:p>
        </p:txBody>
      </p:sp>
      <p:grpSp>
        <p:nvGrpSpPr>
          <p:cNvPr id="156" name="Grupo 155">
            <a:extLst>
              <a:ext uri="{FF2B5EF4-FFF2-40B4-BE49-F238E27FC236}">
                <a16:creationId xmlns:a16="http://schemas.microsoft.com/office/drawing/2014/main" id="{427AA344-3B9C-430D-8F05-27D47E436225}"/>
              </a:ext>
            </a:extLst>
          </p:cNvPr>
          <p:cNvGrpSpPr/>
          <p:nvPr/>
        </p:nvGrpSpPr>
        <p:grpSpPr>
          <a:xfrm rot="16200000">
            <a:off x="9238842" y="3544254"/>
            <a:ext cx="1247839" cy="967264"/>
            <a:chOff x="9197484" y="3009148"/>
            <a:chExt cx="1177253" cy="716971"/>
          </a:xfrm>
        </p:grpSpPr>
        <p:sp>
          <p:nvSpPr>
            <p:cNvPr id="162" name="CuadroTexto 161">
              <a:extLst>
                <a:ext uri="{FF2B5EF4-FFF2-40B4-BE49-F238E27FC236}">
                  <a16:creationId xmlns:a16="http://schemas.microsoft.com/office/drawing/2014/main" id="{6A718EC8-5025-42CB-8205-98AD513F9664}"/>
                </a:ext>
              </a:extLst>
            </p:cNvPr>
            <p:cNvSpPr txBox="1"/>
            <p:nvPr/>
          </p:nvSpPr>
          <p:spPr>
            <a:xfrm rot="5400000">
              <a:off x="9896010" y="3196960"/>
              <a:ext cx="641680" cy="315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1575" dirty="0">
                  <a:latin typeface="Audiowide" panose="02000503000000020004" pitchFamily="2" charset="0"/>
                </a:rPr>
                <a:t>3V</a:t>
              </a:r>
            </a:p>
          </p:txBody>
        </p:sp>
        <p:sp>
          <p:nvSpPr>
            <p:cNvPr id="166" name="CuadroTexto 165">
              <a:extLst>
                <a:ext uri="{FF2B5EF4-FFF2-40B4-BE49-F238E27FC236}">
                  <a16:creationId xmlns:a16="http://schemas.microsoft.com/office/drawing/2014/main" id="{3F03050F-9121-4E78-AC97-152A9D6650A2}"/>
                </a:ext>
              </a:extLst>
            </p:cNvPr>
            <p:cNvSpPr txBox="1"/>
            <p:nvPr/>
          </p:nvSpPr>
          <p:spPr>
            <a:xfrm rot="5400000">
              <a:off x="9572025" y="3226080"/>
              <a:ext cx="716971" cy="283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1350" b="1" dirty="0">
                  <a:latin typeface="Audiowide" panose="02000503000000020004" pitchFamily="2" charset="0"/>
                </a:rPr>
                <a:t>GND</a:t>
              </a:r>
              <a:endParaRPr lang="es-ES" sz="1050" b="1" dirty="0">
                <a:latin typeface="Audiowide" panose="02000503000000020004" pitchFamily="2" charset="0"/>
              </a:endParaRPr>
            </a:p>
          </p:txBody>
        </p:sp>
        <p:sp>
          <p:nvSpPr>
            <p:cNvPr id="167" name="CuadroTexto 166">
              <a:extLst>
                <a:ext uri="{FF2B5EF4-FFF2-40B4-BE49-F238E27FC236}">
                  <a16:creationId xmlns:a16="http://schemas.microsoft.com/office/drawing/2014/main" id="{6950C498-BF3F-4F66-84AE-B22339CCA321}"/>
                </a:ext>
              </a:extLst>
            </p:cNvPr>
            <p:cNvSpPr txBox="1"/>
            <p:nvPr/>
          </p:nvSpPr>
          <p:spPr>
            <a:xfrm rot="5400000">
              <a:off x="9309766" y="3243202"/>
              <a:ext cx="641680" cy="283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1350" b="1" dirty="0">
                  <a:latin typeface="Audiowide" panose="02000503000000020004" pitchFamily="2" charset="0"/>
                </a:rPr>
                <a:t>SCL</a:t>
              </a:r>
              <a:endParaRPr lang="es-ES" sz="1575" b="1" dirty="0">
                <a:latin typeface="Audiowide" panose="02000503000000020004" pitchFamily="2" charset="0"/>
              </a:endParaRPr>
            </a:p>
          </p:txBody>
        </p:sp>
        <p:sp>
          <p:nvSpPr>
            <p:cNvPr id="168" name="CuadroTexto 167">
              <a:extLst>
                <a:ext uri="{FF2B5EF4-FFF2-40B4-BE49-F238E27FC236}">
                  <a16:creationId xmlns:a16="http://schemas.microsoft.com/office/drawing/2014/main" id="{F103064A-434C-482F-9596-1D7430374702}"/>
                </a:ext>
              </a:extLst>
            </p:cNvPr>
            <p:cNvSpPr txBox="1"/>
            <p:nvPr/>
          </p:nvSpPr>
          <p:spPr>
            <a:xfrm rot="5400000">
              <a:off x="9018198" y="3251673"/>
              <a:ext cx="641680" cy="283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1350" b="1" dirty="0">
                  <a:latin typeface="Audiowide" panose="02000503000000020004" pitchFamily="2" charset="0"/>
                </a:rPr>
                <a:t>SDA</a:t>
              </a:r>
              <a:endParaRPr lang="es-ES" sz="1575" b="1" dirty="0">
                <a:latin typeface="Audiowide" panose="02000503000000020004" pitchFamily="2" charset="0"/>
              </a:endParaRPr>
            </a:p>
          </p:txBody>
        </p:sp>
      </p:grpSp>
      <p:sp>
        <p:nvSpPr>
          <p:cNvPr id="170" name="Rectángulo: esquinas redondeadas 169">
            <a:extLst>
              <a:ext uri="{FF2B5EF4-FFF2-40B4-BE49-F238E27FC236}">
                <a16:creationId xmlns:a16="http://schemas.microsoft.com/office/drawing/2014/main" id="{38A81791-90DD-4E72-B9AC-42D79AE3513C}"/>
              </a:ext>
            </a:extLst>
          </p:cNvPr>
          <p:cNvSpPr/>
          <p:nvPr/>
        </p:nvSpPr>
        <p:spPr>
          <a:xfrm>
            <a:off x="9759959" y="3141491"/>
            <a:ext cx="865690" cy="1532682"/>
          </a:xfrm>
          <a:prstGeom prst="roundRect">
            <a:avLst>
              <a:gd name="adj" fmla="val 7955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s-ES" sz="4050" dirty="0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F5A0B5E-C39D-2514-0459-5CBC9EE265B6}"/>
              </a:ext>
            </a:extLst>
          </p:cNvPr>
          <p:cNvSpPr txBox="1"/>
          <p:nvPr/>
        </p:nvSpPr>
        <p:spPr>
          <a:xfrm>
            <a:off x="9752811" y="3148636"/>
            <a:ext cx="865693" cy="307413"/>
          </a:xfrm>
          <a:prstGeom prst="rect">
            <a:avLst/>
          </a:prstGeom>
          <a:solidFill>
            <a:schemeClr val="tx1"/>
          </a:solidFill>
        </p:spPr>
        <p:txBody>
          <a:bodyPr wrap="square" lIns="0" rIns="0">
            <a:noAutofit/>
          </a:bodyPr>
          <a:lstStyle/>
          <a:p>
            <a:pPr algn="ctr" defTabSz="0">
              <a:tabLst>
                <a:tab pos="0" algn="l"/>
              </a:tabLst>
            </a:pPr>
            <a:r>
              <a:rPr lang="es-ES" sz="1185" spc="75" dirty="0">
                <a:solidFill>
                  <a:schemeClr val="bg1"/>
                </a:solidFill>
                <a:latin typeface="Audiowide" panose="02000503000000020004" pitchFamily="2" charset="0"/>
              </a:rPr>
              <a:t>I2C</a:t>
            </a:r>
            <a:endParaRPr lang="es-ES" sz="1185" spc="75" dirty="0">
              <a:solidFill>
                <a:schemeClr val="bg1"/>
              </a:solidFill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248E9938-167A-11CC-8A16-F2B6FE46FDB3}"/>
              </a:ext>
            </a:extLst>
          </p:cNvPr>
          <p:cNvSpPr txBox="1"/>
          <p:nvPr/>
        </p:nvSpPr>
        <p:spPr>
          <a:xfrm>
            <a:off x="3423672" y="10329541"/>
            <a:ext cx="6407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>
                <a:latin typeface="Audiowide" panose="02000503000000020004" pitchFamily="2" charset="0"/>
              </a:rPr>
              <a:t>VDC</a:t>
            </a:r>
            <a:endParaRPr lang="es-ES" sz="1575" b="1" dirty="0">
              <a:latin typeface="Audiowide" panose="02000503000000020004" pitchFamily="2" charset="0"/>
            </a:endParaRP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7063056C-CDFB-395C-6A1E-129BA0D487B4}"/>
              </a:ext>
            </a:extLst>
          </p:cNvPr>
          <p:cNvSpPr txBox="1"/>
          <p:nvPr/>
        </p:nvSpPr>
        <p:spPr>
          <a:xfrm>
            <a:off x="4356930" y="10329541"/>
            <a:ext cx="6407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>
                <a:latin typeface="Audiowide" panose="02000503000000020004" pitchFamily="2" charset="0"/>
              </a:rPr>
              <a:t>VDC</a:t>
            </a:r>
            <a:endParaRPr lang="es-ES" sz="1575" b="1" dirty="0">
              <a:latin typeface="Audiowide" panose="02000503000000020004" pitchFamily="2" charset="0"/>
            </a:endParaRP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DBC127DF-0BCF-8724-7B29-03418E9655F9}"/>
              </a:ext>
            </a:extLst>
          </p:cNvPr>
          <p:cNvSpPr txBox="1"/>
          <p:nvPr/>
        </p:nvSpPr>
        <p:spPr>
          <a:xfrm>
            <a:off x="5290187" y="10329541"/>
            <a:ext cx="6407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>
                <a:latin typeface="Audiowide" panose="02000503000000020004" pitchFamily="2" charset="0"/>
              </a:rPr>
              <a:t>VDC</a:t>
            </a:r>
            <a:endParaRPr lang="es-ES" sz="1575" b="1" dirty="0">
              <a:latin typeface="Audiowide" panose="02000503000000020004" pitchFamily="2" charset="0"/>
            </a:endParaRPr>
          </a:p>
        </p:txBody>
      </p:sp>
      <p:grpSp>
        <p:nvGrpSpPr>
          <p:cNvPr id="54" name="Grupo 53">
            <a:extLst>
              <a:ext uri="{FF2B5EF4-FFF2-40B4-BE49-F238E27FC236}">
                <a16:creationId xmlns:a16="http://schemas.microsoft.com/office/drawing/2014/main" id="{D5EA00CB-F672-2E42-56A3-C03421C71A2D}"/>
              </a:ext>
            </a:extLst>
          </p:cNvPr>
          <p:cNvGrpSpPr/>
          <p:nvPr/>
        </p:nvGrpSpPr>
        <p:grpSpPr>
          <a:xfrm>
            <a:off x="3433198" y="9613542"/>
            <a:ext cx="3474518" cy="519373"/>
            <a:chOff x="2288630" y="6408553"/>
            <a:chExt cx="2316175" cy="346223"/>
          </a:xfrm>
        </p:grpSpPr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282876E4-5C39-EF16-DD17-DCC924526EA5}"/>
                </a:ext>
              </a:extLst>
            </p:cNvPr>
            <p:cNvSpPr txBox="1"/>
            <p:nvPr/>
          </p:nvSpPr>
          <p:spPr>
            <a:xfrm>
              <a:off x="2288630" y="6408553"/>
              <a:ext cx="427159" cy="3462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575" dirty="0">
                  <a:latin typeface="Audiowide" panose="02000503000000020004" pitchFamily="2" charset="0"/>
                </a:rPr>
                <a:t>24</a:t>
              </a:r>
              <a:r>
                <a:rPr lang="es-ES" sz="1200" b="1" dirty="0">
                  <a:latin typeface="Audiowide" panose="02000503000000020004" pitchFamily="2" charset="0"/>
                </a:rPr>
                <a:t>VAC</a:t>
              </a:r>
              <a:endParaRPr lang="es-ES" sz="1575" b="1" dirty="0">
                <a:latin typeface="Audiowide" panose="02000503000000020004" pitchFamily="2" charset="0"/>
              </a:endParaRP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FADD303D-90C5-AAA9-637C-B8D16BC76EB5}"/>
                </a:ext>
              </a:extLst>
            </p:cNvPr>
            <p:cNvSpPr txBox="1"/>
            <p:nvPr/>
          </p:nvSpPr>
          <p:spPr>
            <a:xfrm>
              <a:off x="2910756" y="6408553"/>
              <a:ext cx="427159" cy="3462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575" dirty="0">
                  <a:latin typeface="Audiowide" panose="02000503000000020004" pitchFamily="2" charset="0"/>
                </a:rPr>
                <a:t>24</a:t>
              </a:r>
              <a:r>
                <a:rPr lang="es-ES" sz="1200" b="1" dirty="0">
                  <a:latin typeface="Audiowide" panose="02000503000000020004" pitchFamily="2" charset="0"/>
                </a:rPr>
                <a:t>VAC</a:t>
              </a:r>
              <a:endParaRPr lang="es-ES" sz="1575" b="1" dirty="0">
                <a:latin typeface="Audiowide" panose="02000503000000020004" pitchFamily="2" charset="0"/>
              </a:endParaRPr>
            </a:p>
          </p:txBody>
        </p:sp>
        <p:sp>
          <p:nvSpPr>
            <p:cNvPr id="49" name="CuadroTexto 48">
              <a:extLst>
                <a:ext uri="{FF2B5EF4-FFF2-40B4-BE49-F238E27FC236}">
                  <a16:creationId xmlns:a16="http://schemas.microsoft.com/office/drawing/2014/main" id="{30378934-A179-0914-BA11-156402A1467B}"/>
                </a:ext>
              </a:extLst>
            </p:cNvPr>
            <p:cNvSpPr txBox="1"/>
            <p:nvPr/>
          </p:nvSpPr>
          <p:spPr>
            <a:xfrm>
              <a:off x="3532882" y="6408553"/>
              <a:ext cx="427159" cy="3462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575" dirty="0">
                  <a:latin typeface="Audiowide" panose="02000503000000020004" pitchFamily="2" charset="0"/>
                </a:rPr>
                <a:t>24</a:t>
              </a:r>
              <a:r>
                <a:rPr lang="es-ES" sz="1200" b="1" dirty="0">
                  <a:latin typeface="Audiowide" panose="02000503000000020004" pitchFamily="2" charset="0"/>
                </a:rPr>
                <a:t>VAC</a:t>
              </a:r>
              <a:endParaRPr lang="es-ES" sz="1575" b="1" dirty="0">
                <a:latin typeface="Audiowide" panose="02000503000000020004" pitchFamily="2" charset="0"/>
              </a:endParaRPr>
            </a:p>
          </p:txBody>
        </p:sp>
        <p:sp>
          <p:nvSpPr>
            <p:cNvPr id="51" name="CuadroTexto 50">
              <a:extLst>
                <a:ext uri="{FF2B5EF4-FFF2-40B4-BE49-F238E27FC236}">
                  <a16:creationId xmlns:a16="http://schemas.microsoft.com/office/drawing/2014/main" id="{CA851C00-7CB8-2A5D-2813-761333981519}"/>
                </a:ext>
              </a:extLst>
            </p:cNvPr>
            <p:cNvSpPr txBox="1"/>
            <p:nvPr/>
          </p:nvSpPr>
          <p:spPr>
            <a:xfrm>
              <a:off x="4177646" y="6408553"/>
              <a:ext cx="427159" cy="3462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575" dirty="0">
                  <a:latin typeface="Audiowide" panose="02000503000000020004" pitchFamily="2" charset="0"/>
                </a:rPr>
                <a:t>24</a:t>
              </a:r>
              <a:r>
                <a:rPr lang="es-ES" sz="1200" b="1" dirty="0">
                  <a:latin typeface="Audiowide" panose="02000503000000020004" pitchFamily="2" charset="0"/>
                </a:rPr>
                <a:t>VAC</a:t>
              </a:r>
              <a:endParaRPr lang="es-ES" sz="1575" b="1" dirty="0">
                <a:latin typeface="Audiowide" panose="02000503000000020004" pitchFamily="2" charset="0"/>
              </a:endParaRPr>
            </a:p>
          </p:txBody>
        </p:sp>
      </p:grpSp>
      <p:sp>
        <p:nvSpPr>
          <p:cNvPr id="52" name="CuadroTexto 51">
            <a:extLst>
              <a:ext uri="{FF2B5EF4-FFF2-40B4-BE49-F238E27FC236}">
                <a16:creationId xmlns:a16="http://schemas.microsoft.com/office/drawing/2014/main" id="{26AC70A1-63F4-5703-6068-285982027DA2}"/>
              </a:ext>
            </a:extLst>
          </p:cNvPr>
          <p:cNvSpPr txBox="1"/>
          <p:nvPr/>
        </p:nvSpPr>
        <p:spPr>
          <a:xfrm>
            <a:off x="6257405" y="10329541"/>
            <a:ext cx="6407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>
                <a:latin typeface="Audiowide" panose="02000503000000020004" pitchFamily="2" charset="0"/>
              </a:rPr>
              <a:t>VDC</a:t>
            </a:r>
            <a:endParaRPr lang="es-ES" sz="1575" b="1" dirty="0">
              <a:latin typeface="Audiowide" panose="02000503000000020004" pitchFamily="2" charset="0"/>
            </a:endParaRPr>
          </a:p>
        </p:txBody>
      </p:sp>
      <p:grpSp>
        <p:nvGrpSpPr>
          <p:cNvPr id="70" name="Grupo 69">
            <a:extLst>
              <a:ext uri="{FF2B5EF4-FFF2-40B4-BE49-F238E27FC236}">
                <a16:creationId xmlns:a16="http://schemas.microsoft.com/office/drawing/2014/main" id="{1AEC7628-A0E0-1F70-6D61-7CDBE0AA342F}"/>
              </a:ext>
            </a:extLst>
          </p:cNvPr>
          <p:cNvGrpSpPr/>
          <p:nvPr/>
        </p:nvGrpSpPr>
        <p:grpSpPr>
          <a:xfrm>
            <a:off x="693718" y="5170545"/>
            <a:ext cx="7014213" cy="411182"/>
            <a:chOff x="462445" y="3446763"/>
            <a:chExt cx="4675798" cy="274100"/>
          </a:xfrm>
        </p:grpSpPr>
        <p:grpSp>
          <p:nvGrpSpPr>
            <p:cNvPr id="108" name="Grupo 107">
              <a:extLst>
                <a:ext uri="{FF2B5EF4-FFF2-40B4-BE49-F238E27FC236}">
                  <a16:creationId xmlns:a16="http://schemas.microsoft.com/office/drawing/2014/main" id="{4FA3B73F-9D9E-4F62-B3DE-2410DE63A108}"/>
                </a:ext>
              </a:extLst>
            </p:cNvPr>
            <p:cNvGrpSpPr/>
            <p:nvPr/>
          </p:nvGrpSpPr>
          <p:grpSpPr>
            <a:xfrm>
              <a:off x="462445" y="3446784"/>
              <a:ext cx="883033" cy="274079"/>
              <a:chOff x="4711030" y="3315692"/>
              <a:chExt cx="595591" cy="157113"/>
            </a:xfrm>
          </p:grpSpPr>
          <p:sp>
            <p:nvSpPr>
              <p:cNvPr id="109" name="Rectángulo: esquinas redondeadas 108">
                <a:extLst>
                  <a:ext uri="{FF2B5EF4-FFF2-40B4-BE49-F238E27FC236}">
                    <a16:creationId xmlns:a16="http://schemas.microsoft.com/office/drawing/2014/main" id="{96DB8EC4-1069-4FAD-B565-C19CDDA50B15}"/>
                  </a:ext>
                </a:extLst>
              </p:cNvPr>
              <p:cNvSpPr/>
              <p:nvPr/>
            </p:nvSpPr>
            <p:spPr>
              <a:xfrm>
                <a:off x="4711030" y="3315692"/>
                <a:ext cx="595591" cy="14797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s-ES" sz="4800" dirty="0"/>
              </a:p>
            </p:txBody>
          </p:sp>
          <p:sp>
            <p:nvSpPr>
              <p:cNvPr id="110" name="Rectángulo: esquinas redondeadas 109">
                <a:extLst>
                  <a:ext uri="{FF2B5EF4-FFF2-40B4-BE49-F238E27FC236}">
                    <a16:creationId xmlns:a16="http://schemas.microsoft.com/office/drawing/2014/main" id="{DAF46DCC-66C5-47D1-86C9-2B02BDE1916B}"/>
                  </a:ext>
                </a:extLst>
              </p:cNvPr>
              <p:cNvSpPr/>
              <p:nvPr/>
            </p:nvSpPr>
            <p:spPr>
              <a:xfrm>
                <a:off x="4918707" y="3315693"/>
                <a:ext cx="379562" cy="147974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s-ES" sz="1800" dirty="0" err="1">
                    <a:solidFill>
                      <a:schemeClr val="tx1"/>
                    </a:solidFill>
                    <a:latin typeface="Audiowide" panose="02000503000000020004" pitchFamily="2" charset="0"/>
                  </a:rPr>
                  <a:t>Out</a:t>
                </a:r>
                <a:r>
                  <a:rPr lang="es-ES" sz="1800" dirty="0">
                    <a:solidFill>
                      <a:schemeClr val="tx1"/>
                    </a:solidFill>
                    <a:latin typeface="Audiowide" panose="02000503000000020004" pitchFamily="2" charset="0"/>
                  </a:rPr>
                  <a:t> 1</a:t>
                </a:r>
              </a:p>
            </p:txBody>
          </p:sp>
          <p:sp>
            <p:nvSpPr>
              <p:cNvPr id="111" name="CuadroTexto 110">
                <a:extLst>
                  <a:ext uri="{FF2B5EF4-FFF2-40B4-BE49-F238E27FC236}">
                    <a16:creationId xmlns:a16="http://schemas.microsoft.com/office/drawing/2014/main" id="{F2183E71-3573-4C90-A2B8-C653AC82628A}"/>
                  </a:ext>
                </a:extLst>
              </p:cNvPr>
              <p:cNvSpPr txBox="1"/>
              <p:nvPr/>
            </p:nvSpPr>
            <p:spPr>
              <a:xfrm>
                <a:off x="4732807" y="3319910"/>
                <a:ext cx="335151" cy="1528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ES" sz="2000" b="1" dirty="0">
                    <a:solidFill>
                      <a:schemeClr val="bg1"/>
                    </a:solidFill>
                    <a:latin typeface="Audiowide" panose="02000503000000020004" pitchFamily="2" charset="0"/>
                  </a:rPr>
                  <a:t>16</a:t>
                </a:r>
              </a:p>
            </p:txBody>
          </p:sp>
        </p:grp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1168C4B6-D231-28A6-4936-C3027893A524}"/>
                </a:ext>
              </a:extLst>
            </p:cNvPr>
            <p:cNvGrpSpPr/>
            <p:nvPr/>
          </p:nvGrpSpPr>
          <p:grpSpPr>
            <a:xfrm>
              <a:off x="1650506" y="3446763"/>
              <a:ext cx="1002726" cy="274078"/>
              <a:chOff x="4711030" y="3315692"/>
              <a:chExt cx="595591" cy="157113"/>
            </a:xfrm>
          </p:grpSpPr>
          <p:sp>
            <p:nvSpPr>
              <p:cNvPr id="17" name="Rectángulo: esquinas redondeadas 16">
                <a:extLst>
                  <a:ext uri="{FF2B5EF4-FFF2-40B4-BE49-F238E27FC236}">
                    <a16:creationId xmlns:a16="http://schemas.microsoft.com/office/drawing/2014/main" id="{674F9805-6475-28D1-9BBF-CB7933EE0967}"/>
                  </a:ext>
                </a:extLst>
              </p:cNvPr>
              <p:cNvSpPr/>
              <p:nvPr/>
            </p:nvSpPr>
            <p:spPr>
              <a:xfrm>
                <a:off x="4711030" y="3315692"/>
                <a:ext cx="595591" cy="14797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s-ES" sz="4800" dirty="0"/>
              </a:p>
            </p:txBody>
          </p:sp>
          <p:sp>
            <p:nvSpPr>
              <p:cNvPr id="24" name="Rectángulo: esquinas redondeadas 23">
                <a:extLst>
                  <a:ext uri="{FF2B5EF4-FFF2-40B4-BE49-F238E27FC236}">
                    <a16:creationId xmlns:a16="http://schemas.microsoft.com/office/drawing/2014/main" id="{0BC66EC2-09F7-6166-E3B9-720D7678CCDD}"/>
                  </a:ext>
                </a:extLst>
              </p:cNvPr>
              <p:cNvSpPr/>
              <p:nvPr/>
            </p:nvSpPr>
            <p:spPr>
              <a:xfrm>
                <a:off x="4918707" y="3315693"/>
                <a:ext cx="379562" cy="147974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s-ES" sz="1800" dirty="0" err="1">
                    <a:solidFill>
                      <a:schemeClr val="tx1"/>
                    </a:solidFill>
                    <a:latin typeface="Audiowide" panose="02000503000000020004" pitchFamily="2" charset="0"/>
                  </a:rPr>
                  <a:t>Out</a:t>
                </a:r>
                <a:r>
                  <a:rPr lang="es-ES" sz="1800" dirty="0">
                    <a:solidFill>
                      <a:schemeClr val="tx1"/>
                    </a:solidFill>
                    <a:latin typeface="Audiowide" panose="02000503000000020004" pitchFamily="2" charset="0"/>
                  </a:rPr>
                  <a:t> 2</a:t>
                </a:r>
              </a:p>
            </p:txBody>
          </p:sp>
          <p:sp>
            <p:nvSpPr>
              <p:cNvPr id="55" name="CuadroTexto 54">
                <a:extLst>
                  <a:ext uri="{FF2B5EF4-FFF2-40B4-BE49-F238E27FC236}">
                    <a16:creationId xmlns:a16="http://schemas.microsoft.com/office/drawing/2014/main" id="{28FE8362-D2BE-6D33-B71D-4EF76A49ED49}"/>
                  </a:ext>
                </a:extLst>
              </p:cNvPr>
              <p:cNvSpPr txBox="1"/>
              <p:nvPr/>
            </p:nvSpPr>
            <p:spPr>
              <a:xfrm>
                <a:off x="4732074" y="3319910"/>
                <a:ext cx="335151" cy="1528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ES" sz="2000" b="1" dirty="0">
                    <a:solidFill>
                      <a:schemeClr val="bg1"/>
                    </a:solidFill>
                    <a:latin typeface="Audiowide" panose="02000503000000020004" pitchFamily="2" charset="0"/>
                  </a:rPr>
                  <a:t>17</a:t>
                </a:r>
              </a:p>
            </p:txBody>
          </p:sp>
        </p:grpSp>
        <p:grpSp>
          <p:nvGrpSpPr>
            <p:cNvPr id="56" name="Grupo 55">
              <a:extLst>
                <a:ext uri="{FF2B5EF4-FFF2-40B4-BE49-F238E27FC236}">
                  <a16:creationId xmlns:a16="http://schemas.microsoft.com/office/drawing/2014/main" id="{BA5072CA-A306-A40E-204F-8A8BB3812345}"/>
                </a:ext>
              </a:extLst>
            </p:cNvPr>
            <p:cNvGrpSpPr/>
            <p:nvPr/>
          </p:nvGrpSpPr>
          <p:grpSpPr>
            <a:xfrm>
              <a:off x="2958260" y="3446763"/>
              <a:ext cx="883033" cy="274078"/>
              <a:chOff x="4711030" y="3315692"/>
              <a:chExt cx="595591" cy="157113"/>
            </a:xfrm>
          </p:grpSpPr>
          <p:sp>
            <p:nvSpPr>
              <p:cNvPr id="57" name="Rectángulo: esquinas redondeadas 56">
                <a:extLst>
                  <a:ext uri="{FF2B5EF4-FFF2-40B4-BE49-F238E27FC236}">
                    <a16:creationId xmlns:a16="http://schemas.microsoft.com/office/drawing/2014/main" id="{3F37A7AF-FA5C-A488-7343-8FD36919DA6A}"/>
                  </a:ext>
                </a:extLst>
              </p:cNvPr>
              <p:cNvSpPr/>
              <p:nvPr/>
            </p:nvSpPr>
            <p:spPr>
              <a:xfrm>
                <a:off x="4711030" y="3315692"/>
                <a:ext cx="595591" cy="14797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s-ES" sz="4800" dirty="0"/>
              </a:p>
            </p:txBody>
          </p:sp>
          <p:sp>
            <p:nvSpPr>
              <p:cNvPr id="59" name="Rectángulo: esquinas redondeadas 58">
                <a:extLst>
                  <a:ext uri="{FF2B5EF4-FFF2-40B4-BE49-F238E27FC236}">
                    <a16:creationId xmlns:a16="http://schemas.microsoft.com/office/drawing/2014/main" id="{BA887F79-559C-5042-A7BC-5C6CBE5C21AF}"/>
                  </a:ext>
                </a:extLst>
              </p:cNvPr>
              <p:cNvSpPr/>
              <p:nvPr/>
            </p:nvSpPr>
            <p:spPr>
              <a:xfrm>
                <a:off x="4918707" y="3315693"/>
                <a:ext cx="379562" cy="147974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s-ES" sz="1800" dirty="0" err="1">
                    <a:solidFill>
                      <a:schemeClr val="tx1"/>
                    </a:solidFill>
                    <a:latin typeface="Audiowide" panose="02000503000000020004" pitchFamily="2" charset="0"/>
                  </a:rPr>
                  <a:t>Out</a:t>
                </a:r>
                <a:r>
                  <a:rPr lang="es-ES" sz="1800" dirty="0">
                    <a:solidFill>
                      <a:schemeClr val="tx1"/>
                    </a:solidFill>
                    <a:latin typeface="Audiowide" panose="02000503000000020004" pitchFamily="2" charset="0"/>
                  </a:rPr>
                  <a:t> 3</a:t>
                </a:r>
              </a:p>
            </p:txBody>
          </p:sp>
          <p:sp>
            <p:nvSpPr>
              <p:cNvPr id="60" name="CuadroTexto 59">
                <a:extLst>
                  <a:ext uri="{FF2B5EF4-FFF2-40B4-BE49-F238E27FC236}">
                    <a16:creationId xmlns:a16="http://schemas.microsoft.com/office/drawing/2014/main" id="{B78694E9-9F73-5ABC-81EE-73E236A3D726}"/>
                  </a:ext>
                </a:extLst>
              </p:cNvPr>
              <p:cNvSpPr txBox="1"/>
              <p:nvPr/>
            </p:nvSpPr>
            <p:spPr>
              <a:xfrm>
                <a:off x="4732807" y="3319910"/>
                <a:ext cx="335151" cy="1528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ES" sz="2000" b="1" dirty="0">
                    <a:solidFill>
                      <a:schemeClr val="bg1"/>
                    </a:solidFill>
                    <a:latin typeface="Audiowide" panose="02000503000000020004" pitchFamily="2" charset="0"/>
                  </a:rPr>
                  <a:t>18</a:t>
                </a:r>
              </a:p>
            </p:txBody>
          </p:sp>
        </p:grpSp>
        <p:grpSp>
          <p:nvGrpSpPr>
            <p:cNvPr id="66" name="Grupo 65">
              <a:extLst>
                <a:ext uri="{FF2B5EF4-FFF2-40B4-BE49-F238E27FC236}">
                  <a16:creationId xmlns:a16="http://schemas.microsoft.com/office/drawing/2014/main" id="{AE4B2340-CBE6-1236-015A-F8BDE827506B}"/>
                </a:ext>
              </a:extLst>
            </p:cNvPr>
            <p:cNvGrpSpPr/>
            <p:nvPr/>
          </p:nvGrpSpPr>
          <p:grpSpPr>
            <a:xfrm>
              <a:off x="4146322" y="3446763"/>
              <a:ext cx="991921" cy="274078"/>
              <a:chOff x="4711030" y="3315692"/>
              <a:chExt cx="595591" cy="157113"/>
            </a:xfrm>
          </p:grpSpPr>
          <p:sp>
            <p:nvSpPr>
              <p:cNvPr id="67" name="Rectángulo: esquinas redondeadas 66">
                <a:extLst>
                  <a:ext uri="{FF2B5EF4-FFF2-40B4-BE49-F238E27FC236}">
                    <a16:creationId xmlns:a16="http://schemas.microsoft.com/office/drawing/2014/main" id="{6948C720-07A2-385C-5CE0-3E112DE89064}"/>
                  </a:ext>
                </a:extLst>
              </p:cNvPr>
              <p:cNvSpPr/>
              <p:nvPr/>
            </p:nvSpPr>
            <p:spPr>
              <a:xfrm>
                <a:off x="4711030" y="3315692"/>
                <a:ext cx="595591" cy="14797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s-ES" sz="4800" dirty="0"/>
              </a:p>
            </p:txBody>
          </p:sp>
          <p:sp>
            <p:nvSpPr>
              <p:cNvPr id="68" name="Rectángulo: esquinas redondeadas 67">
                <a:extLst>
                  <a:ext uri="{FF2B5EF4-FFF2-40B4-BE49-F238E27FC236}">
                    <a16:creationId xmlns:a16="http://schemas.microsoft.com/office/drawing/2014/main" id="{19929969-1F78-96B6-343E-09F7AEBFE447}"/>
                  </a:ext>
                </a:extLst>
              </p:cNvPr>
              <p:cNvSpPr/>
              <p:nvPr/>
            </p:nvSpPr>
            <p:spPr>
              <a:xfrm>
                <a:off x="4918707" y="3315693"/>
                <a:ext cx="379562" cy="147974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s-ES" sz="1800" dirty="0" err="1">
                    <a:solidFill>
                      <a:schemeClr val="tx1"/>
                    </a:solidFill>
                    <a:latin typeface="Audiowide" panose="02000503000000020004" pitchFamily="2" charset="0"/>
                  </a:rPr>
                  <a:t>Out</a:t>
                </a:r>
                <a:r>
                  <a:rPr lang="es-ES" sz="1800" dirty="0">
                    <a:solidFill>
                      <a:schemeClr val="tx1"/>
                    </a:solidFill>
                    <a:latin typeface="Audiowide" panose="02000503000000020004" pitchFamily="2" charset="0"/>
                  </a:rPr>
                  <a:t> 4</a:t>
                </a:r>
              </a:p>
            </p:txBody>
          </p:sp>
          <p:sp>
            <p:nvSpPr>
              <p:cNvPr id="69" name="CuadroTexto 68">
                <a:extLst>
                  <a:ext uri="{FF2B5EF4-FFF2-40B4-BE49-F238E27FC236}">
                    <a16:creationId xmlns:a16="http://schemas.microsoft.com/office/drawing/2014/main" id="{5FF5A855-36BC-4112-065F-3D7ADFB88065}"/>
                  </a:ext>
                </a:extLst>
              </p:cNvPr>
              <p:cNvSpPr txBox="1"/>
              <p:nvPr/>
            </p:nvSpPr>
            <p:spPr>
              <a:xfrm>
                <a:off x="4732133" y="3319910"/>
                <a:ext cx="335151" cy="1528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ES" sz="2000" b="1" dirty="0">
                    <a:solidFill>
                      <a:schemeClr val="bg1"/>
                    </a:solidFill>
                    <a:latin typeface="Audiowide" panose="02000503000000020004" pitchFamily="2" charset="0"/>
                  </a:rPr>
                  <a:t>19</a:t>
                </a:r>
              </a:p>
            </p:txBody>
          </p:sp>
        </p:grpSp>
      </p:grpSp>
      <p:grpSp>
        <p:nvGrpSpPr>
          <p:cNvPr id="77" name="Grupo 76">
            <a:extLst>
              <a:ext uri="{FF2B5EF4-FFF2-40B4-BE49-F238E27FC236}">
                <a16:creationId xmlns:a16="http://schemas.microsoft.com/office/drawing/2014/main" id="{9AD7012E-D1AE-6E38-5874-B03E650DF751}"/>
              </a:ext>
            </a:extLst>
          </p:cNvPr>
          <p:cNvGrpSpPr/>
          <p:nvPr/>
        </p:nvGrpSpPr>
        <p:grpSpPr>
          <a:xfrm>
            <a:off x="6819215" y="650128"/>
            <a:ext cx="278452" cy="928502"/>
            <a:chOff x="-1557046" y="-169652"/>
            <a:chExt cx="185621" cy="523130"/>
          </a:xfrm>
        </p:grpSpPr>
        <p:sp>
          <p:nvSpPr>
            <p:cNvPr id="78" name="Rectángulo: esquinas redondeadas 77">
              <a:extLst>
                <a:ext uri="{FF2B5EF4-FFF2-40B4-BE49-F238E27FC236}">
                  <a16:creationId xmlns:a16="http://schemas.microsoft.com/office/drawing/2014/main" id="{71DB07D5-DFD4-CBBE-1FE1-FD5A7A9927C7}"/>
                </a:ext>
              </a:extLst>
            </p:cNvPr>
            <p:cNvSpPr/>
            <p:nvPr/>
          </p:nvSpPr>
          <p:spPr>
            <a:xfrm>
              <a:off x="-1545169" y="-169652"/>
              <a:ext cx="173744" cy="52313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ES" sz="4050" dirty="0"/>
            </a:p>
          </p:txBody>
        </p:sp>
        <p:grpSp>
          <p:nvGrpSpPr>
            <p:cNvPr id="79" name="Grupo 78">
              <a:extLst>
                <a:ext uri="{FF2B5EF4-FFF2-40B4-BE49-F238E27FC236}">
                  <a16:creationId xmlns:a16="http://schemas.microsoft.com/office/drawing/2014/main" id="{0458FFCD-EC2A-4C4F-4C45-1283A12B8DEB}"/>
                </a:ext>
              </a:extLst>
            </p:cNvPr>
            <p:cNvGrpSpPr/>
            <p:nvPr/>
          </p:nvGrpSpPr>
          <p:grpSpPr>
            <a:xfrm>
              <a:off x="-1557046" y="-153712"/>
              <a:ext cx="183941" cy="465089"/>
              <a:chOff x="4660" y="2458514"/>
              <a:chExt cx="165629" cy="371303"/>
            </a:xfrm>
          </p:grpSpPr>
          <p:sp>
            <p:nvSpPr>
              <p:cNvPr id="80" name="CuadroTexto 79">
                <a:extLst>
                  <a:ext uri="{FF2B5EF4-FFF2-40B4-BE49-F238E27FC236}">
                    <a16:creationId xmlns:a16="http://schemas.microsoft.com/office/drawing/2014/main" id="{A3448A62-188C-F3C6-F7F5-D1CB74A184F9}"/>
                  </a:ext>
                </a:extLst>
              </p:cNvPr>
              <p:cNvSpPr txBox="1"/>
              <p:nvPr/>
            </p:nvSpPr>
            <p:spPr>
              <a:xfrm>
                <a:off x="7721" y="2619612"/>
                <a:ext cx="162568" cy="83063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lang="es-ES" sz="1200" dirty="0">
                    <a:solidFill>
                      <a:schemeClr val="bg1"/>
                    </a:solidFill>
                    <a:latin typeface="Audiowide" panose="02000503000000020004" pitchFamily="2" charset="0"/>
                  </a:rPr>
                  <a:t>23</a:t>
                </a:r>
              </a:p>
            </p:txBody>
          </p:sp>
          <p:sp>
            <p:nvSpPr>
              <p:cNvPr id="81" name="Rectángulo: esquinas redondeadas 80">
                <a:extLst>
                  <a:ext uri="{FF2B5EF4-FFF2-40B4-BE49-F238E27FC236}">
                    <a16:creationId xmlns:a16="http://schemas.microsoft.com/office/drawing/2014/main" id="{66AA5D3A-A7AF-5B06-86ED-DD32B960E365}"/>
                  </a:ext>
                </a:extLst>
              </p:cNvPr>
              <p:cNvSpPr/>
              <p:nvPr/>
            </p:nvSpPr>
            <p:spPr>
              <a:xfrm>
                <a:off x="22683" y="2458514"/>
                <a:ext cx="128527" cy="95500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s-ES" sz="1575" b="1" dirty="0">
                    <a:solidFill>
                      <a:schemeClr val="tx1"/>
                    </a:solidFill>
                    <a:latin typeface="Audiowide" panose="02000503000000020004" pitchFamily="2" charset="0"/>
                  </a:rPr>
                  <a:t>-</a:t>
                </a:r>
              </a:p>
            </p:txBody>
          </p:sp>
          <p:sp>
            <p:nvSpPr>
              <p:cNvPr id="82" name="CuadroTexto 81">
                <a:extLst>
                  <a:ext uri="{FF2B5EF4-FFF2-40B4-BE49-F238E27FC236}">
                    <a16:creationId xmlns:a16="http://schemas.microsoft.com/office/drawing/2014/main" id="{60943C89-50BA-EB96-E7F4-41B39E05C2A1}"/>
                  </a:ext>
                </a:extLst>
              </p:cNvPr>
              <p:cNvSpPr txBox="1"/>
              <p:nvPr/>
            </p:nvSpPr>
            <p:spPr>
              <a:xfrm>
                <a:off x="4660" y="2746754"/>
                <a:ext cx="162568" cy="83063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lang="es-ES" sz="1200" dirty="0">
                    <a:solidFill>
                      <a:schemeClr val="bg1"/>
                    </a:solidFill>
                    <a:latin typeface="Audiowide" panose="02000503000000020004" pitchFamily="2" charset="0"/>
                  </a:rPr>
                  <a:t>4</a:t>
                </a:r>
              </a:p>
            </p:txBody>
          </p:sp>
        </p:grpSp>
      </p:grpSp>
      <p:grpSp>
        <p:nvGrpSpPr>
          <p:cNvPr id="98" name="Grupo 97">
            <a:extLst>
              <a:ext uri="{FF2B5EF4-FFF2-40B4-BE49-F238E27FC236}">
                <a16:creationId xmlns:a16="http://schemas.microsoft.com/office/drawing/2014/main" id="{AC617F48-B893-78E2-1FC1-0F11058E0E94}"/>
              </a:ext>
            </a:extLst>
          </p:cNvPr>
          <p:cNvGrpSpPr/>
          <p:nvPr/>
        </p:nvGrpSpPr>
        <p:grpSpPr>
          <a:xfrm>
            <a:off x="1592823" y="398934"/>
            <a:ext cx="4953796" cy="662125"/>
            <a:chOff x="1070658" y="583799"/>
            <a:chExt cx="3302288" cy="441385"/>
          </a:xfrm>
        </p:grpSpPr>
        <p:grpSp>
          <p:nvGrpSpPr>
            <p:cNvPr id="99" name="Grupo 98">
              <a:extLst>
                <a:ext uri="{FF2B5EF4-FFF2-40B4-BE49-F238E27FC236}">
                  <a16:creationId xmlns:a16="http://schemas.microsoft.com/office/drawing/2014/main" id="{351697A3-51A3-DCF2-5ED7-1B908D25874A}"/>
                </a:ext>
              </a:extLst>
            </p:cNvPr>
            <p:cNvGrpSpPr/>
            <p:nvPr/>
          </p:nvGrpSpPr>
          <p:grpSpPr>
            <a:xfrm rot="10800000">
              <a:off x="1070658" y="583799"/>
              <a:ext cx="2433649" cy="430858"/>
              <a:chOff x="2505577" y="85038"/>
              <a:chExt cx="2433649" cy="430858"/>
            </a:xfrm>
          </p:grpSpPr>
          <p:grpSp>
            <p:nvGrpSpPr>
              <p:cNvPr id="102" name="Grupo 101">
                <a:extLst>
                  <a:ext uri="{FF2B5EF4-FFF2-40B4-BE49-F238E27FC236}">
                    <a16:creationId xmlns:a16="http://schemas.microsoft.com/office/drawing/2014/main" id="{C9B5FBF3-EF65-9ACD-730B-2394C39536E6}"/>
                  </a:ext>
                </a:extLst>
              </p:cNvPr>
              <p:cNvGrpSpPr/>
              <p:nvPr/>
            </p:nvGrpSpPr>
            <p:grpSpPr>
              <a:xfrm>
                <a:off x="2505577" y="85038"/>
                <a:ext cx="707301" cy="430858"/>
                <a:chOff x="1002480" y="5986040"/>
                <a:chExt cx="707301" cy="430858"/>
              </a:xfrm>
            </p:grpSpPr>
            <p:sp>
              <p:nvSpPr>
                <p:cNvPr id="113" name="CuadroTexto 112">
                  <a:extLst>
                    <a:ext uri="{FF2B5EF4-FFF2-40B4-BE49-F238E27FC236}">
                      <a16:creationId xmlns:a16="http://schemas.microsoft.com/office/drawing/2014/main" id="{35569BBF-59B8-9DE0-8091-57149CCB3386}"/>
                    </a:ext>
                  </a:extLst>
                </p:cNvPr>
                <p:cNvSpPr txBox="1"/>
                <p:nvPr/>
              </p:nvSpPr>
              <p:spPr>
                <a:xfrm>
                  <a:off x="1002480" y="5986042"/>
                  <a:ext cx="308291" cy="430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s-ES" sz="3600" dirty="0">
                      <a:latin typeface="Audiowide" panose="02000503000000020004" pitchFamily="2" charset="0"/>
                    </a:rPr>
                    <a:t>-</a:t>
                  </a:r>
                  <a:endParaRPr lang="es-ES" sz="3600" dirty="0"/>
                </a:p>
              </p:txBody>
            </p:sp>
            <p:sp>
              <p:nvSpPr>
                <p:cNvPr id="114" name="CuadroTexto 113">
                  <a:extLst>
                    <a:ext uri="{FF2B5EF4-FFF2-40B4-BE49-F238E27FC236}">
                      <a16:creationId xmlns:a16="http://schemas.microsoft.com/office/drawing/2014/main" id="{466A1361-373C-2800-F6D6-A0D8FD846A54}"/>
                    </a:ext>
                  </a:extLst>
                </p:cNvPr>
                <p:cNvSpPr txBox="1"/>
                <p:nvPr/>
              </p:nvSpPr>
              <p:spPr>
                <a:xfrm>
                  <a:off x="1401490" y="5986040"/>
                  <a:ext cx="308291" cy="430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s-ES" sz="3600" dirty="0">
                      <a:latin typeface="Audiowide" panose="02000503000000020004" pitchFamily="2" charset="0"/>
                    </a:rPr>
                    <a:t>+</a:t>
                  </a:r>
                  <a:endParaRPr lang="es-ES" sz="3600" dirty="0"/>
                </a:p>
              </p:txBody>
            </p:sp>
          </p:grpSp>
          <p:grpSp>
            <p:nvGrpSpPr>
              <p:cNvPr id="103" name="Grupo 102">
                <a:extLst>
                  <a:ext uri="{FF2B5EF4-FFF2-40B4-BE49-F238E27FC236}">
                    <a16:creationId xmlns:a16="http://schemas.microsoft.com/office/drawing/2014/main" id="{F4FAD64C-76A1-3960-4417-D352ED27A825}"/>
                  </a:ext>
                </a:extLst>
              </p:cNvPr>
              <p:cNvGrpSpPr/>
              <p:nvPr/>
            </p:nvGrpSpPr>
            <p:grpSpPr>
              <a:xfrm>
                <a:off x="3370945" y="85038"/>
                <a:ext cx="710535" cy="430858"/>
                <a:chOff x="932978" y="5986040"/>
                <a:chExt cx="710535" cy="430858"/>
              </a:xfrm>
            </p:grpSpPr>
            <p:sp>
              <p:nvSpPr>
                <p:cNvPr id="107" name="CuadroTexto 106">
                  <a:extLst>
                    <a:ext uri="{FF2B5EF4-FFF2-40B4-BE49-F238E27FC236}">
                      <a16:creationId xmlns:a16="http://schemas.microsoft.com/office/drawing/2014/main" id="{3205623B-A395-BD61-AFF9-0DAF3A4A32F0}"/>
                    </a:ext>
                  </a:extLst>
                </p:cNvPr>
                <p:cNvSpPr txBox="1"/>
                <p:nvPr/>
              </p:nvSpPr>
              <p:spPr>
                <a:xfrm>
                  <a:off x="932978" y="5986042"/>
                  <a:ext cx="308291" cy="430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s-ES" sz="3600" dirty="0">
                      <a:latin typeface="Audiowide" panose="02000503000000020004" pitchFamily="2" charset="0"/>
                    </a:rPr>
                    <a:t>-</a:t>
                  </a:r>
                  <a:endParaRPr lang="es-ES" sz="3600" dirty="0"/>
                </a:p>
              </p:txBody>
            </p:sp>
            <p:sp>
              <p:nvSpPr>
                <p:cNvPr id="112" name="CuadroTexto 111">
                  <a:extLst>
                    <a:ext uri="{FF2B5EF4-FFF2-40B4-BE49-F238E27FC236}">
                      <a16:creationId xmlns:a16="http://schemas.microsoft.com/office/drawing/2014/main" id="{2552E4AD-4DEA-08AD-3E0E-92CA30906F5B}"/>
                    </a:ext>
                  </a:extLst>
                </p:cNvPr>
                <p:cNvSpPr txBox="1"/>
                <p:nvPr/>
              </p:nvSpPr>
              <p:spPr>
                <a:xfrm>
                  <a:off x="1335222" y="5986040"/>
                  <a:ext cx="308291" cy="430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s-ES" sz="3600" dirty="0">
                      <a:latin typeface="Audiowide" panose="02000503000000020004" pitchFamily="2" charset="0"/>
                    </a:rPr>
                    <a:t>+</a:t>
                  </a:r>
                  <a:endParaRPr lang="es-ES" sz="3600" dirty="0"/>
                </a:p>
              </p:txBody>
            </p:sp>
          </p:grpSp>
          <p:grpSp>
            <p:nvGrpSpPr>
              <p:cNvPr id="104" name="Grupo 103">
                <a:extLst>
                  <a:ext uri="{FF2B5EF4-FFF2-40B4-BE49-F238E27FC236}">
                    <a16:creationId xmlns:a16="http://schemas.microsoft.com/office/drawing/2014/main" id="{E3BB343F-A969-C83D-A420-D437F758FB84}"/>
                  </a:ext>
                </a:extLst>
              </p:cNvPr>
              <p:cNvGrpSpPr/>
              <p:nvPr/>
            </p:nvGrpSpPr>
            <p:grpSpPr>
              <a:xfrm>
                <a:off x="4228694" y="85038"/>
                <a:ext cx="710532" cy="430858"/>
                <a:chOff x="855856" y="5986040"/>
                <a:chExt cx="710532" cy="430858"/>
              </a:xfrm>
            </p:grpSpPr>
            <p:sp>
              <p:nvSpPr>
                <p:cNvPr id="105" name="CuadroTexto 104">
                  <a:extLst>
                    <a:ext uri="{FF2B5EF4-FFF2-40B4-BE49-F238E27FC236}">
                      <a16:creationId xmlns:a16="http://schemas.microsoft.com/office/drawing/2014/main" id="{B322D246-9EC8-57DF-DC52-A759EDC0379E}"/>
                    </a:ext>
                  </a:extLst>
                </p:cNvPr>
                <p:cNvSpPr txBox="1"/>
                <p:nvPr/>
              </p:nvSpPr>
              <p:spPr>
                <a:xfrm>
                  <a:off x="855856" y="5986042"/>
                  <a:ext cx="308291" cy="430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s-ES" sz="3600" dirty="0">
                      <a:latin typeface="Audiowide" panose="02000503000000020004" pitchFamily="2" charset="0"/>
                    </a:rPr>
                    <a:t>-</a:t>
                  </a:r>
                  <a:endParaRPr lang="es-ES" sz="3600" dirty="0"/>
                </a:p>
              </p:txBody>
            </p:sp>
            <p:sp>
              <p:nvSpPr>
                <p:cNvPr id="106" name="CuadroTexto 105">
                  <a:extLst>
                    <a:ext uri="{FF2B5EF4-FFF2-40B4-BE49-F238E27FC236}">
                      <a16:creationId xmlns:a16="http://schemas.microsoft.com/office/drawing/2014/main" id="{9E6AAF3A-35FE-131F-868A-E7893B57174A}"/>
                    </a:ext>
                  </a:extLst>
                </p:cNvPr>
                <p:cNvSpPr txBox="1"/>
                <p:nvPr/>
              </p:nvSpPr>
              <p:spPr>
                <a:xfrm>
                  <a:off x="1258097" y="5986040"/>
                  <a:ext cx="308291" cy="430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s-ES" sz="3600" dirty="0">
                      <a:latin typeface="Audiowide" panose="02000503000000020004" pitchFamily="2" charset="0"/>
                    </a:rPr>
                    <a:t>+</a:t>
                  </a:r>
                  <a:endParaRPr lang="es-ES" sz="3600" dirty="0"/>
                </a:p>
              </p:txBody>
            </p:sp>
          </p:grpSp>
        </p:grpSp>
        <p:sp>
          <p:nvSpPr>
            <p:cNvPr id="100" name="CuadroTexto 99">
              <a:extLst>
                <a:ext uri="{FF2B5EF4-FFF2-40B4-BE49-F238E27FC236}">
                  <a16:creationId xmlns:a16="http://schemas.microsoft.com/office/drawing/2014/main" id="{B38B027C-AC71-63FA-33C9-629359D4A255}"/>
                </a:ext>
              </a:extLst>
            </p:cNvPr>
            <p:cNvSpPr txBox="1"/>
            <p:nvPr/>
          </p:nvSpPr>
          <p:spPr>
            <a:xfrm rot="10800000">
              <a:off x="4064655" y="594327"/>
              <a:ext cx="308291" cy="4308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sz="3600" dirty="0">
                  <a:latin typeface="Audiowide" panose="02000503000000020004" pitchFamily="2" charset="0"/>
                </a:rPr>
                <a:t>-</a:t>
              </a:r>
              <a:endParaRPr lang="es-ES" sz="3600" dirty="0"/>
            </a:p>
          </p:txBody>
        </p:sp>
        <p:sp>
          <p:nvSpPr>
            <p:cNvPr id="101" name="CuadroTexto 100">
              <a:extLst>
                <a:ext uri="{FF2B5EF4-FFF2-40B4-BE49-F238E27FC236}">
                  <a16:creationId xmlns:a16="http://schemas.microsoft.com/office/drawing/2014/main" id="{4EB02C2A-9EFC-6FFF-EF8E-257146978259}"/>
                </a:ext>
              </a:extLst>
            </p:cNvPr>
            <p:cNvSpPr txBox="1"/>
            <p:nvPr/>
          </p:nvSpPr>
          <p:spPr>
            <a:xfrm rot="10800000">
              <a:off x="3630470" y="594328"/>
              <a:ext cx="308291" cy="4308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sz="3600" dirty="0">
                  <a:latin typeface="Audiowide" panose="02000503000000020004" pitchFamily="2" charset="0"/>
                </a:rPr>
                <a:t>+</a:t>
              </a:r>
              <a:endParaRPr lang="es-ES" sz="3600" dirty="0"/>
            </a:p>
          </p:txBody>
        </p:sp>
      </p:grpSp>
      <p:grpSp>
        <p:nvGrpSpPr>
          <p:cNvPr id="115" name="Grupo 114">
            <a:extLst>
              <a:ext uri="{FF2B5EF4-FFF2-40B4-BE49-F238E27FC236}">
                <a16:creationId xmlns:a16="http://schemas.microsoft.com/office/drawing/2014/main" id="{1375E45B-4C2D-3962-96A8-89388374E86D}"/>
              </a:ext>
            </a:extLst>
          </p:cNvPr>
          <p:cNvGrpSpPr/>
          <p:nvPr/>
        </p:nvGrpSpPr>
        <p:grpSpPr>
          <a:xfrm>
            <a:off x="1436037" y="1710118"/>
            <a:ext cx="5230904" cy="646333"/>
            <a:chOff x="1015794" y="589063"/>
            <a:chExt cx="3487013" cy="430858"/>
          </a:xfrm>
        </p:grpSpPr>
        <p:grpSp>
          <p:nvGrpSpPr>
            <p:cNvPr id="116" name="Grupo 115">
              <a:extLst>
                <a:ext uri="{FF2B5EF4-FFF2-40B4-BE49-F238E27FC236}">
                  <a16:creationId xmlns:a16="http://schemas.microsoft.com/office/drawing/2014/main" id="{24EEC8BE-63EE-7222-9E2B-8F1D9D4635B4}"/>
                </a:ext>
              </a:extLst>
            </p:cNvPr>
            <p:cNvGrpSpPr/>
            <p:nvPr/>
          </p:nvGrpSpPr>
          <p:grpSpPr>
            <a:xfrm rot="10800000">
              <a:off x="1015794" y="589064"/>
              <a:ext cx="2618374" cy="430857"/>
              <a:chOff x="2375716" y="79774"/>
              <a:chExt cx="2618374" cy="430857"/>
            </a:xfrm>
          </p:grpSpPr>
          <p:grpSp>
            <p:nvGrpSpPr>
              <p:cNvPr id="119" name="Grupo 118">
                <a:extLst>
                  <a:ext uri="{FF2B5EF4-FFF2-40B4-BE49-F238E27FC236}">
                    <a16:creationId xmlns:a16="http://schemas.microsoft.com/office/drawing/2014/main" id="{32FD3DFE-B440-4C2C-C604-69BF0218122B}"/>
                  </a:ext>
                </a:extLst>
              </p:cNvPr>
              <p:cNvGrpSpPr/>
              <p:nvPr/>
            </p:nvGrpSpPr>
            <p:grpSpPr>
              <a:xfrm>
                <a:off x="2375716" y="79774"/>
                <a:ext cx="892026" cy="430857"/>
                <a:chOff x="872619" y="5980776"/>
                <a:chExt cx="892026" cy="430857"/>
              </a:xfrm>
            </p:grpSpPr>
            <p:sp>
              <p:nvSpPr>
                <p:cNvPr id="126" name="CuadroTexto 125">
                  <a:extLst>
                    <a:ext uri="{FF2B5EF4-FFF2-40B4-BE49-F238E27FC236}">
                      <a16:creationId xmlns:a16="http://schemas.microsoft.com/office/drawing/2014/main" id="{ADF08BE8-5D64-64EE-CA32-A2D20220EE9F}"/>
                    </a:ext>
                  </a:extLst>
                </p:cNvPr>
                <p:cNvSpPr txBox="1"/>
                <p:nvPr/>
              </p:nvSpPr>
              <p:spPr>
                <a:xfrm>
                  <a:off x="872619" y="5980776"/>
                  <a:ext cx="308291" cy="430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s-ES" sz="3600" dirty="0">
                      <a:latin typeface="Audiowide" panose="02000503000000020004" pitchFamily="2" charset="0"/>
                    </a:rPr>
                    <a:t>-</a:t>
                  </a:r>
                  <a:endParaRPr lang="es-ES" sz="3600" dirty="0"/>
                </a:p>
              </p:txBody>
            </p:sp>
            <p:sp>
              <p:nvSpPr>
                <p:cNvPr id="127" name="CuadroTexto 126">
                  <a:extLst>
                    <a:ext uri="{FF2B5EF4-FFF2-40B4-BE49-F238E27FC236}">
                      <a16:creationId xmlns:a16="http://schemas.microsoft.com/office/drawing/2014/main" id="{07224654-130C-EF13-65B7-B607DFF242E5}"/>
                    </a:ext>
                  </a:extLst>
                </p:cNvPr>
                <p:cNvSpPr txBox="1"/>
                <p:nvPr/>
              </p:nvSpPr>
              <p:spPr>
                <a:xfrm>
                  <a:off x="1456354" y="5980777"/>
                  <a:ext cx="308291" cy="430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s-ES" sz="3600" dirty="0">
                      <a:latin typeface="Audiowide" panose="02000503000000020004" pitchFamily="2" charset="0"/>
                    </a:rPr>
                    <a:t>+</a:t>
                  </a:r>
                  <a:endParaRPr lang="es-ES" sz="3600" dirty="0"/>
                </a:p>
              </p:txBody>
            </p:sp>
          </p:grpSp>
          <p:grpSp>
            <p:nvGrpSpPr>
              <p:cNvPr id="120" name="Grupo 119">
                <a:extLst>
                  <a:ext uri="{FF2B5EF4-FFF2-40B4-BE49-F238E27FC236}">
                    <a16:creationId xmlns:a16="http://schemas.microsoft.com/office/drawing/2014/main" id="{D53895CC-E854-5E61-9527-EB85D94892D9}"/>
                  </a:ext>
                </a:extLst>
              </p:cNvPr>
              <p:cNvGrpSpPr/>
              <p:nvPr/>
            </p:nvGrpSpPr>
            <p:grpSpPr>
              <a:xfrm>
                <a:off x="3241084" y="79775"/>
                <a:ext cx="895260" cy="430856"/>
                <a:chOff x="803117" y="5980777"/>
                <a:chExt cx="895260" cy="430856"/>
              </a:xfrm>
            </p:grpSpPr>
            <p:sp>
              <p:nvSpPr>
                <p:cNvPr id="124" name="CuadroTexto 123">
                  <a:extLst>
                    <a:ext uri="{FF2B5EF4-FFF2-40B4-BE49-F238E27FC236}">
                      <a16:creationId xmlns:a16="http://schemas.microsoft.com/office/drawing/2014/main" id="{315D94B2-1717-1FFD-0C87-C98904FD7ECD}"/>
                    </a:ext>
                  </a:extLst>
                </p:cNvPr>
                <p:cNvSpPr txBox="1"/>
                <p:nvPr/>
              </p:nvSpPr>
              <p:spPr>
                <a:xfrm>
                  <a:off x="803117" y="5980777"/>
                  <a:ext cx="308291" cy="430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s-ES" sz="3600" dirty="0">
                      <a:latin typeface="Audiowide" panose="02000503000000020004" pitchFamily="2" charset="0"/>
                    </a:rPr>
                    <a:t>-</a:t>
                  </a:r>
                  <a:endParaRPr lang="es-ES" sz="3600" dirty="0"/>
                </a:p>
              </p:txBody>
            </p:sp>
            <p:sp>
              <p:nvSpPr>
                <p:cNvPr id="125" name="CuadroTexto 124">
                  <a:extLst>
                    <a:ext uri="{FF2B5EF4-FFF2-40B4-BE49-F238E27FC236}">
                      <a16:creationId xmlns:a16="http://schemas.microsoft.com/office/drawing/2014/main" id="{C088B9AB-7AB9-507A-2F44-3A8B6D041F1F}"/>
                    </a:ext>
                  </a:extLst>
                </p:cNvPr>
                <p:cNvSpPr txBox="1"/>
                <p:nvPr/>
              </p:nvSpPr>
              <p:spPr>
                <a:xfrm>
                  <a:off x="1390086" y="5980777"/>
                  <a:ext cx="308291" cy="430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s-ES" sz="3600" dirty="0">
                      <a:latin typeface="Audiowide" panose="02000503000000020004" pitchFamily="2" charset="0"/>
                    </a:rPr>
                    <a:t>+</a:t>
                  </a:r>
                  <a:endParaRPr lang="es-ES" sz="3600" dirty="0"/>
                </a:p>
              </p:txBody>
            </p:sp>
          </p:grpSp>
          <p:grpSp>
            <p:nvGrpSpPr>
              <p:cNvPr id="121" name="Grupo 120">
                <a:extLst>
                  <a:ext uri="{FF2B5EF4-FFF2-40B4-BE49-F238E27FC236}">
                    <a16:creationId xmlns:a16="http://schemas.microsoft.com/office/drawing/2014/main" id="{353DB533-9279-C19E-A7F2-9A8C50319720}"/>
                  </a:ext>
                </a:extLst>
              </p:cNvPr>
              <p:cNvGrpSpPr/>
              <p:nvPr/>
            </p:nvGrpSpPr>
            <p:grpSpPr>
              <a:xfrm>
                <a:off x="4098833" y="79775"/>
                <a:ext cx="895257" cy="430856"/>
                <a:chOff x="725995" y="5980777"/>
                <a:chExt cx="895257" cy="430856"/>
              </a:xfrm>
            </p:grpSpPr>
            <p:sp>
              <p:nvSpPr>
                <p:cNvPr id="122" name="CuadroTexto 121">
                  <a:extLst>
                    <a:ext uri="{FF2B5EF4-FFF2-40B4-BE49-F238E27FC236}">
                      <a16:creationId xmlns:a16="http://schemas.microsoft.com/office/drawing/2014/main" id="{BF73AC43-EFE4-BFD9-C285-BD78E4296C3F}"/>
                    </a:ext>
                  </a:extLst>
                </p:cNvPr>
                <p:cNvSpPr txBox="1"/>
                <p:nvPr/>
              </p:nvSpPr>
              <p:spPr>
                <a:xfrm>
                  <a:off x="725995" y="5980777"/>
                  <a:ext cx="308291" cy="430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s-ES" sz="3600" dirty="0">
                      <a:latin typeface="Audiowide" panose="02000503000000020004" pitchFamily="2" charset="0"/>
                    </a:rPr>
                    <a:t>-</a:t>
                  </a:r>
                  <a:endParaRPr lang="es-ES" sz="3600" dirty="0"/>
                </a:p>
              </p:txBody>
            </p:sp>
            <p:sp>
              <p:nvSpPr>
                <p:cNvPr id="123" name="CuadroTexto 122">
                  <a:extLst>
                    <a:ext uri="{FF2B5EF4-FFF2-40B4-BE49-F238E27FC236}">
                      <a16:creationId xmlns:a16="http://schemas.microsoft.com/office/drawing/2014/main" id="{4B2B0FFB-6667-755F-2418-E51C52592C85}"/>
                    </a:ext>
                  </a:extLst>
                </p:cNvPr>
                <p:cNvSpPr txBox="1"/>
                <p:nvPr/>
              </p:nvSpPr>
              <p:spPr>
                <a:xfrm>
                  <a:off x="1312961" y="5980777"/>
                  <a:ext cx="308291" cy="430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s-ES" sz="3600" dirty="0">
                      <a:latin typeface="Audiowide" panose="02000503000000020004" pitchFamily="2" charset="0"/>
                    </a:rPr>
                    <a:t>+</a:t>
                  </a:r>
                  <a:endParaRPr lang="es-ES" sz="3600" dirty="0"/>
                </a:p>
              </p:txBody>
            </p:sp>
          </p:grpSp>
        </p:grpSp>
        <p:sp>
          <p:nvSpPr>
            <p:cNvPr id="117" name="CuadroTexto 116">
              <a:extLst>
                <a:ext uri="{FF2B5EF4-FFF2-40B4-BE49-F238E27FC236}">
                  <a16:creationId xmlns:a16="http://schemas.microsoft.com/office/drawing/2014/main" id="{09104AA7-3CC1-1F09-6659-E6DF4B218857}"/>
                </a:ext>
              </a:extLst>
            </p:cNvPr>
            <p:cNvSpPr txBox="1"/>
            <p:nvPr/>
          </p:nvSpPr>
          <p:spPr>
            <a:xfrm rot="10800000">
              <a:off x="4194516" y="589063"/>
              <a:ext cx="308291" cy="4308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sz="3600" dirty="0">
                  <a:latin typeface="Audiowide" panose="02000503000000020004" pitchFamily="2" charset="0"/>
                </a:rPr>
                <a:t>-</a:t>
              </a:r>
              <a:endParaRPr lang="es-ES" sz="3600" dirty="0"/>
            </a:p>
          </p:txBody>
        </p:sp>
        <p:sp>
          <p:nvSpPr>
            <p:cNvPr id="118" name="CuadroTexto 117">
              <a:extLst>
                <a:ext uri="{FF2B5EF4-FFF2-40B4-BE49-F238E27FC236}">
                  <a16:creationId xmlns:a16="http://schemas.microsoft.com/office/drawing/2014/main" id="{C610EDA2-9852-2B86-F134-2EBEC54424AA}"/>
                </a:ext>
              </a:extLst>
            </p:cNvPr>
            <p:cNvSpPr txBox="1"/>
            <p:nvPr/>
          </p:nvSpPr>
          <p:spPr>
            <a:xfrm rot="10800000">
              <a:off x="3621096" y="589064"/>
              <a:ext cx="308291" cy="4308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sz="3600" dirty="0">
                  <a:latin typeface="Audiowide" panose="02000503000000020004" pitchFamily="2" charset="0"/>
                </a:rPr>
                <a:t>+</a:t>
              </a:r>
              <a:endParaRPr lang="es-ES" sz="3600" dirty="0"/>
            </a:p>
          </p:txBody>
        </p:sp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F03DE6CD-1C64-7CAA-8F9A-2A88DFF66E83}"/>
              </a:ext>
            </a:extLst>
          </p:cNvPr>
          <p:cNvGrpSpPr/>
          <p:nvPr/>
        </p:nvGrpSpPr>
        <p:grpSpPr>
          <a:xfrm>
            <a:off x="7408613" y="650128"/>
            <a:ext cx="278452" cy="928502"/>
            <a:chOff x="-1557046" y="-169652"/>
            <a:chExt cx="185621" cy="523130"/>
          </a:xfrm>
        </p:grpSpPr>
        <p:sp>
          <p:nvSpPr>
            <p:cNvPr id="8" name="Rectángulo: esquinas redondeadas 7">
              <a:extLst>
                <a:ext uri="{FF2B5EF4-FFF2-40B4-BE49-F238E27FC236}">
                  <a16:creationId xmlns:a16="http://schemas.microsoft.com/office/drawing/2014/main" id="{4740EE84-2F19-B67A-56E2-7A73E0BA77BB}"/>
                </a:ext>
              </a:extLst>
            </p:cNvPr>
            <p:cNvSpPr/>
            <p:nvPr/>
          </p:nvSpPr>
          <p:spPr>
            <a:xfrm>
              <a:off x="-1545169" y="-169652"/>
              <a:ext cx="173744" cy="52313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ES" sz="4050" dirty="0"/>
            </a:p>
          </p:txBody>
        </p: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0F81514E-EBB6-CE19-588C-9BAE030188D0}"/>
                </a:ext>
              </a:extLst>
            </p:cNvPr>
            <p:cNvGrpSpPr/>
            <p:nvPr/>
          </p:nvGrpSpPr>
          <p:grpSpPr>
            <a:xfrm>
              <a:off x="-1557046" y="-153712"/>
              <a:ext cx="183941" cy="465089"/>
              <a:chOff x="4660" y="2458514"/>
              <a:chExt cx="165629" cy="371303"/>
            </a:xfrm>
          </p:grpSpPr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822581E3-AA1F-E162-5149-3AD5F8EF869B}"/>
                  </a:ext>
                </a:extLst>
              </p:cNvPr>
              <p:cNvSpPr txBox="1"/>
              <p:nvPr/>
            </p:nvSpPr>
            <p:spPr>
              <a:xfrm>
                <a:off x="7721" y="2619612"/>
                <a:ext cx="162568" cy="83063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lang="es-ES" sz="1200" dirty="0">
                    <a:solidFill>
                      <a:schemeClr val="bg1"/>
                    </a:solidFill>
                    <a:latin typeface="Audiowide" panose="02000503000000020004" pitchFamily="2" charset="0"/>
                  </a:rPr>
                  <a:t>25</a:t>
                </a:r>
              </a:p>
            </p:txBody>
          </p:sp>
          <p:sp>
            <p:nvSpPr>
              <p:cNvPr id="11" name="Rectángulo: esquinas redondeadas 10">
                <a:extLst>
                  <a:ext uri="{FF2B5EF4-FFF2-40B4-BE49-F238E27FC236}">
                    <a16:creationId xmlns:a16="http://schemas.microsoft.com/office/drawing/2014/main" id="{5CD32B24-A17A-A592-B77B-8AAD71CE212D}"/>
                  </a:ext>
                </a:extLst>
              </p:cNvPr>
              <p:cNvSpPr/>
              <p:nvPr/>
            </p:nvSpPr>
            <p:spPr>
              <a:xfrm>
                <a:off x="22683" y="2458514"/>
                <a:ext cx="128527" cy="95500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s-ES" sz="1575" b="1" dirty="0">
                    <a:solidFill>
                      <a:schemeClr val="tx1"/>
                    </a:solidFill>
                    <a:latin typeface="Audiowide" panose="02000503000000020004" pitchFamily="2" charset="0"/>
                  </a:rPr>
                  <a:t>-</a:t>
                </a:r>
              </a:p>
            </p:txBody>
          </p:sp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B3C87BBE-751C-7BB7-02DE-8DABEDD96FC3}"/>
                  </a:ext>
                </a:extLst>
              </p:cNvPr>
              <p:cNvSpPr txBox="1"/>
              <p:nvPr/>
            </p:nvSpPr>
            <p:spPr>
              <a:xfrm>
                <a:off x="4660" y="2746754"/>
                <a:ext cx="162568" cy="83063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lang="es-ES" sz="1200" dirty="0">
                    <a:solidFill>
                      <a:schemeClr val="bg1"/>
                    </a:solidFill>
                    <a:latin typeface="Audiowide" panose="02000503000000020004" pitchFamily="2" charset="0"/>
                  </a:rPr>
                  <a:t>5</a:t>
                </a:r>
              </a:p>
            </p:txBody>
          </p:sp>
        </p:grp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802C5BC8-DB5E-A237-20E3-AE657C5F7D16}"/>
              </a:ext>
            </a:extLst>
          </p:cNvPr>
          <p:cNvGrpSpPr/>
          <p:nvPr/>
        </p:nvGrpSpPr>
        <p:grpSpPr>
          <a:xfrm>
            <a:off x="7979460" y="650128"/>
            <a:ext cx="278452" cy="928502"/>
            <a:chOff x="-1557046" y="-169652"/>
            <a:chExt cx="185621" cy="523130"/>
          </a:xfrm>
        </p:grpSpPr>
        <p:sp>
          <p:nvSpPr>
            <p:cNvPr id="14" name="Rectángulo: esquinas redondeadas 13">
              <a:extLst>
                <a:ext uri="{FF2B5EF4-FFF2-40B4-BE49-F238E27FC236}">
                  <a16:creationId xmlns:a16="http://schemas.microsoft.com/office/drawing/2014/main" id="{0482C285-30AC-BD99-868D-1704B080D5F7}"/>
                </a:ext>
              </a:extLst>
            </p:cNvPr>
            <p:cNvSpPr/>
            <p:nvPr/>
          </p:nvSpPr>
          <p:spPr>
            <a:xfrm>
              <a:off x="-1545169" y="-169652"/>
              <a:ext cx="173744" cy="52313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ES" sz="4050" dirty="0"/>
            </a:p>
          </p:txBody>
        </p:sp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79CB22E9-28CE-24D8-567D-1F268AF929FA}"/>
                </a:ext>
              </a:extLst>
            </p:cNvPr>
            <p:cNvGrpSpPr/>
            <p:nvPr/>
          </p:nvGrpSpPr>
          <p:grpSpPr>
            <a:xfrm>
              <a:off x="-1557046" y="-153712"/>
              <a:ext cx="183941" cy="465089"/>
              <a:chOff x="4660" y="2458514"/>
              <a:chExt cx="165629" cy="371303"/>
            </a:xfrm>
          </p:grpSpPr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C799838A-E817-7CBC-F983-E4462F59AF51}"/>
                  </a:ext>
                </a:extLst>
              </p:cNvPr>
              <p:cNvSpPr txBox="1"/>
              <p:nvPr/>
            </p:nvSpPr>
            <p:spPr>
              <a:xfrm>
                <a:off x="7721" y="2619612"/>
                <a:ext cx="162568" cy="83063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lang="es-ES" sz="1200" dirty="0">
                    <a:solidFill>
                      <a:schemeClr val="bg1"/>
                    </a:solidFill>
                    <a:latin typeface="Audiowide" panose="02000503000000020004" pitchFamily="2" charset="0"/>
                  </a:rPr>
                  <a:t>26</a:t>
                </a:r>
              </a:p>
            </p:txBody>
          </p:sp>
          <p:sp>
            <p:nvSpPr>
              <p:cNvPr id="18" name="Rectángulo: esquinas redondeadas 17">
                <a:extLst>
                  <a:ext uri="{FF2B5EF4-FFF2-40B4-BE49-F238E27FC236}">
                    <a16:creationId xmlns:a16="http://schemas.microsoft.com/office/drawing/2014/main" id="{574031F9-93F6-0639-BE1D-2FB09EC71510}"/>
                  </a:ext>
                </a:extLst>
              </p:cNvPr>
              <p:cNvSpPr/>
              <p:nvPr/>
            </p:nvSpPr>
            <p:spPr>
              <a:xfrm>
                <a:off x="22683" y="2458514"/>
                <a:ext cx="128527" cy="95500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s-ES" sz="1575" b="1" dirty="0">
                    <a:solidFill>
                      <a:schemeClr val="tx1"/>
                    </a:solidFill>
                    <a:latin typeface="Audiowide" panose="02000503000000020004" pitchFamily="2" charset="0"/>
                  </a:rPr>
                  <a:t>-</a:t>
                </a: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D63805A8-5B15-1DEA-10F1-C8E75980A208}"/>
                  </a:ext>
                </a:extLst>
              </p:cNvPr>
              <p:cNvSpPr txBox="1"/>
              <p:nvPr/>
            </p:nvSpPr>
            <p:spPr>
              <a:xfrm>
                <a:off x="4660" y="2746754"/>
                <a:ext cx="162568" cy="83063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lang="es-ES" sz="1200" dirty="0">
                    <a:solidFill>
                      <a:schemeClr val="bg1"/>
                    </a:solidFill>
                    <a:latin typeface="Audiowide" panose="02000503000000020004" pitchFamily="2" charset="0"/>
                  </a:rPr>
                  <a:t>14</a:t>
                </a:r>
              </a:p>
            </p:txBody>
          </p:sp>
        </p:grpSp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9D417B4A-7F27-7AA3-280C-EA842D0A768D}"/>
              </a:ext>
            </a:extLst>
          </p:cNvPr>
          <p:cNvGrpSpPr/>
          <p:nvPr/>
        </p:nvGrpSpPr>
        <p:grpSpPr>
          <a:xfrm>
            <a:off x="8567272" y="650128"/>
            <a:ext cx="278452" cy="928502"/>
            <a:chOff x="-1557046" y="-169652"/>
            <a:chExt cx="185621" cy="523130"/>
          </a:xfrm>
        </p:grpSpPr>
        <p:sp>
          <p:nvSpPr>
            <p:cNvPr id="21" name="Rectángulo: esquinas redondeadas 20">
              <a:extLst>
                <a:ext uri="{FF2B5EF4-FFF2-40B4-BE49-F238E27FC236}">
                  <a16:creationId xmlns:a16="http://schemas.microsoft.com/office/drawing/2014/main" id="{482C77D1-5F33-D82C-B9C0-4D030914BE81}"/>
                </a:ext>
              </a:extLst>
            </p:cNvPr>
            <p:cNvSpPr/>
            <p:nvPr/>
          </p:nvSpPr>
          <p:spPr>
            <a:xfrm>
              <a:off x="-1545169" y="-169652"/>
              <a:ext cx="173744" cy="52313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ES" sz="4050" dirty="0"/>
            </a:p>
          </p:txBody>
        </p:sp>
        <p:grpSp>
          <p:nvGrpSpPr>
            <p:cNvPr id="22" name="Grupo 21">
              <a:extLst>
                <a:ext uri="{FF2B5EF4-FFF2-40B4-BE49-F238E27FC236}">
                  <a16:creationId xmlns:a16="http://schemas.microsoft.com/office/drawing/2014/main" id="{A9F0B97D-4757-F300-BE06-7586D0C7D839}"/>
                </a:ext>
              </a:extLst>
            </p:cNvPr>
            <p:cNvGrpSpPr/>
            <p:nvPr/>
          </p:nvGrpSpPr>
          <p:grpSpPr>
            <a:xfrm>
              <a:off x="-1557046" y="-153712"/>
              <a:ext cx="183941" cy="465089"/>
              <a:chOff x="4660" y="2458514"/>
              <a:chExt cx="165629" cy="371303"/>
            </a:xfrm>
          </p:grpSpPr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AC9FAC7B-31FC-EEED-E774-92842B19427E}"/>
                  </a:ext>
                </a:extLst>
              </p:cNvPr>
              <p:cNvSpPr txBox="1"/>
              <p:nvPr/>
            </p:nvSpPr>
            <p:spPr>
              <a:xfrm>
                <a:off x="7721" y="2619612"/>
                <a:ext cx="162568" cy="83063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lang="es-ES" sz="1200" dirty="0">
                    <a:solidFill>
                      <a:schemeClr val="bg1"/>
                    </a:solidFill>
                    <a:latin typeface="Audiowide" panose="02000503000000020004" pitchFamily="2" charset="0"/>
                  </a:rPr>
                  <a:t>27</a:t>
                </a:r>
              </a:p>
            </p:txBody>
          </p:sp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3C236FF5-807C-B28B-5C76-F647BB01D87A}"/>
                  </a:ext>
                </a:extLst>
              </p:cNvPr>
              <p:cNvSpPr/>
              <p:nvPr/>
            </p:nvSpPr>
            <p:spPr>
              <a:xfrm>
                <a:off x="22683" y="2458514"/>
                <a:ext cx="128527" cy="95500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s-ES" sz="1575" b="1" dirty="0">
                    <a:solidFill>
                      <a:schemeClr val="tx1"/>
                    </a:solidFill>
                    <a:latin typeface="Audiowide" panose="02000503000000020004" pitchFamily="2" charset="0"/>
                  </a:rPr>
                  <a:t>-</a:t>
                </a:r>
              </a:p>
            </p:txBody>
          </p:sp>
          <p:sp>
            <p:nvSpPr>
              <p:cNvPr id="26" name="CuadroTexto 25">
                <a:extLst>
                  <a:ext uri="{FF2B5EF4-FFF2-40B4-BE49-F238E27FC236}">
                    <a16:creationId xmlns:a16="http://schemas.microsoft.com/office/drawing/2014/main" id="{7FE8C335-D8A7-3657-2E4C-FD4912581F91}"/>
                  </a:ext>
                </a:extLst>
              </p:cNvPr>
              <p:cNvSpPr txBox="1"/>
              <p:nvPr/>
            </p:nvSpPr>
            <p:spPr>
              <a:xfrm>
                <a:off x="4660" y="2746754"/>
                <a:ext cx="162568" cy="83063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lang="es-ES" sz="1200" dirty="0">
                    <a:solidFill>
                      <a:schemeClr val="bg1"/>
                    </a:solidFill>
                    <a:latin typeface="Audiowide" panose="02000503000000020004" pitchFamily="2" charset="0"/>
                  </a:rPr>
                  <a:t>15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57422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CuadroTexto 33">
            <a:extLst>
              <a:ext uri="{FF2B5EF4-FFF2-40B4-BE49-F238E27FC236}">
                <a16:creationId xmlns:a16="http://schemas.microsoft.com/office/drawing/2014/main" id="{4DCD4564-6B01-4CF9-A261-9D860BABEBA9}"/>
              </a:ext>
            </a:extLst>
          </p:cNvPr>
          <p:cNvSpPr txBox="1"/>
          <p:nvPr/>
        </p:nvSpPr>
        <p:spPr>
          <a:xfrm>
            <a:off x="8402763" y="9550063"/>
            <a:ext cx="106168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500" dirty="0" err="1">
                <a:latin typeface="Audiowide" panose="02000503000000020004" pitchFamily="2" charset="0"/>
              </a:rPr>
              <a:t>Power</a:t>
            </a:r>
            <a:endParaRPr lang="es-ES" sz="1500" dirty="0">
              <a:latin typeface="Audiowide" panose="02000503000000020004" pitchFamily="2" charset="0"/>
            </a:endParaRP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DD8BF122-38F0-449B-B46D-A13EF4E9D54B}"/>
              </a:ext>
            </a:extLst>
          </p:cNvPr>
          <p:cNvGrpSpPr/>
          <p:nvPr/>
        </p:nvGrpSpPr>
        <p:grpSpPr>
          <a:xfrm rot="16200000">
            <a:off x="9350021" y="8070748"/>
            <a:ext cx="1233792" cy="769798"/>
            <a:chOff x="9231477" y="3009174"/>
            <a:chExt cx="1177114" cy="716971"/>
          </a:xfrm>
        </p:grpSpPr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00D77B8B-6280-451D-A554-F268F2A3FB18}"/>
                </a:ext>
              </a:extLst>
            </p:cNvPr>
            <p:cNvSpPr txBox="1"/>
            <p:nvPr/>
          </p:nvSpPr>
          <p:spPr>
            <a:xfrm rot="5400000">
              <a:off x="9070302" y="3207986"/>
              <a:ext cx="641681" cy="319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1575" dirty="0">
                  <a:latin typeface="Audiowide" panose="02000503000000020004" pitchFamily="2" charset="0"/>
                </a:rPr>
                <a:t>3V</a:t>
              </a: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BBD4C01B-7E62-43FE-A0FF-73792B01A6ED}"/>
                </a:ext>
              </a:extLst>
            </p:cNvPr>
            <p:cNvSpPr txBox="1"/>
            <p:nvPr/>
          </p:nvSpPr>
          <p:spPr>
            <a:xfrm rot="5400000">
              <a:off x="9317083" y="3224511"/>
              <a:ext cx="716971" cy="2862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1350" dirty="0">
                  <a:latin typeface="Audiowide" panose="02000503000000020004" pitchFamily="2" charset="0"/>
                </a:rPr>
                <a:t>GND</a:t>
              </a:r>
              <a:endParaRPr lang="es-ES" sz="1050" dirty="0">
                <a:latin typeface="Audiowide" panose="02000503000000020004" pitchFamily="2" charset="0"/>
              </a:endParaRPr>
            </a:p>
          </p:txBody>
        </p: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938D566D-5102-4876-AB8E-CB12FFA38413}"/>
                </a:ext>
              </a:extLst>
            </p:cNvPr>
            <p:cNvSpPr txBox="1"/>
            <p:nvPr/>
          </p:nvSpPr>
          <p:spPr>
            <a:xfrm rot="5400000">
              <a:off x="9630002" y="3184530"/>
              <a:ext cx="641679" cy="319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1575" dirty="0" err="1">
                  <a:latin typeface="Audiowide" panose="02000503000000020004" pitchFamily="2" charset="0"/>
                </a:rPr>
                <a:t>Tx</a:t>
              </a:r>
              <a:endParaRPr lang="es-ES" sz="1575" dirty="0">
                <a:latin typeface="Audiowide" panose="02000503000000020004" pitchFamily="2" charset="0"/>
              </a:endParaRPr>
            </a:p>
          </p:txBody>
        </p:sp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2E0787BC-322D-47AB-8E9E-980B34C22FB2}"/>
                </a:ext>
              </a:extLst>
            </p:cNvPr>
            <p:cNvSpPr txBox="1"/>
            <p:nvPr/>
          </p:nvSpPr>
          <p:spPr>
            <a:xfrm rot="5400000">
              <a:off x="9928085" y="3195943"/>
              <a:ext cx="641681" cy="319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1575" dirty="0" err="1">
                  <a:latin typeface="Audiowide" panose="02000503000000020004" pitchFamily="2" charset="0"/>
                </a:rPr>
                <a:t>Rx</a:t>
              </a:r>
              <a:endParaRPr lang="es-ES" sz="1575" dirty="0">
                <a:latin typeface="Audiowide" panose="02000503000000020004" pitchFamily="2" charset="0"/>
              </a:endParaRPr>
            </a:p>
          </p:txBody>
        </p:sp>
      </p:grpSp>
      <p:sp>
        <p:nvSpPr>
          <p:cNvPr id="53" name="CuadroTexto 52">
            <a:extLst>
              <a:ext uri="{FF2B5EF4-FFF2-40B4-BE49-F238E27FC236}">
                <a16:creationId xmlns:a16="http://schemas.microsoft.com/office/drawing/2014/main" id="{D39C0242-52C4-4F20-9E9B-C78E063735BE}"/>
              </a:ext>
            </a:extLst>
          </p:cNvPr>
          <p:cNvSpPr txBox="1"/>
          <p:nvPr/>
        </p:nvSpPr>
        <p:spPr>
          <a:xfrm>
            <a:off x="9805957" y="7566817"/>
            <a:ext cx="802964" cy="307413"/>
          </a:xfrm>
          <a:prstGeom prst="rect">
            <a:avLst/>
          </a:prstGeom>
          <a:solidFill>
            <a:schemeClr val="tx1"/>
          </a:solidFill>
        </p:spPr>
        <p:txBody>
          <a:bodyPr wrap="square" lIns="0" rIns="0">
            <a:noAutofit/>
          </a:bodyPr>
          <a:lstStyle/>
          <a:p>
            <a:pPr algn="ctr" defTabSz="0">
              <a:tabLst>
                <a:tab pos="0" algn="l"/>
              </a:tabLst>
            </a:pPr>
            <a:r>
              <a:rPr lang="es-ES" sz="1185" spc="75" dirty="0">
                <a:solidFill>
                  <a:schemeClr val="bg1"/>
                </a:solidFill>
                <a:latin typeface="Audiowide" panose="02000503000000020004" pitchFamily="2" charset="0"/>
              </a:rPr>
              <a:t>SERIAL</a:t>
            </a:r>
            <a:endParaRPr lang="es-ES" sz="1185" spc="75" dirty="0">
              <a:solidFill>
                <a:schemeClr val="bg1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38DFCFC5-0650-4B6E-9DFA-E95A57F67C2B}"/>
              </a:ext>
            </a:extLst>
          </p:cNvPr>
          <p:cNvSpPr txBox="1"/>
          <p:nvPr/>
        </p:nvSpPr>
        <p:spPr>
          <a:xfrm rot="16200000">
            <a:off x="7706414" y="10014352"/>
            <a:ext cx="106168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500" dirty="0" err="1">
                <a:latin typeface="Audiowide" panose="02000503000000020004" pitchFamily="2" charset="0"/>
              </a:rPr>
              <a:t>Reset</a:t>
            </a:r>
            <a:endParaRPr lang="es-ES" sz="1500" dirty="0">
              <a:latin typeface="Audiowide" panose="02000503000000020004" pitchFamily="2" charset="0"/>
            </a:endParaRP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DB449002-1A43-4DCC-B477-9A873D0DF2EC}"/>
              </a:ext>
            </a:extLst>
          </p:cNvPr>
          <p:cNvSpPr/>
          <p:nvPr/>
        </p:nvSpPr>
        <p:spPr>
          <a:xfrm>
            <a:off x="9810384" y="7566817"/>
            <a:ext cx="802964" cy="1563080"/>
          </a:xfrm>
          <a:prstGeom prst="roundRect">
            <a:avLst>
              <a:gd name="adj" fmla="val 7955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s-ES" sz="4050" dirty="0"/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4DBDB95F-14EB-49D0-8F00-D5B818808A72}"/>
              </a:ext>
            </a:extLst>
          </p:cNvPr>
          <p:cNvGrpSpPr/>
          <p:nvPr/>
        </p:nvGrpSpPr>
        <p:grpSpPr>
          <a:xfrm>
            <a:off x="3013784" y="8245679"/>
            <a:ext cx="2526030" cy="1015663"/>
            <a:chOff x="3713954" y="815975"/>
            <a:chExt cx="1683896" cy="677059"/>
          </a:xfrm>
        </p:grpSpPr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5D7FA04C-DFEF-4618-8C6A-317F9D0E6025}"/>
                </a:ext>
              </a:extLst>
            </p:cNvPr>
            <p:cNvSpPr txBox="1"/>
            <p:nvPr/>
          </p:nvSpPr>
          <p:spPr>
            <a:xfrm>
              <a:off x="3713954" y="815975"/>
              <a:ext cx="1267423" cy="677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3000" dirty="0">
                  <a:latin typeface="Audiowide" panose="02000503000000020004" pitchFamily="2" charset="0"/>
                </a:rPr>
                <a:t>Smart Garden</a:t>
              </a:r>
            </a:p>
          </p:txBody>
        </p:sp>
        <p:pic>
          <p:nvPicPr>
            <p:cNvPr id="3102" name="Picture 30" descr="Free Icon | Watering can with water drops">
              <a:extLst>
                <a:ext uri="{FF2B5EF4-FFF2-40B4-BE49-F238E27FC236}">
                  <a16:creationId xmlns:a16="http://schemas.microsoft.com/office/drawing/2014/main" id="{9491B846-4A94-4783-9BB1-FCF00B3C403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01351" y="929113"/>
              <a:ext cx="396499" cy="3964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04" name="Picture 32" descr="Internet and WiFi - Bibliothèques de Martigues">
              <a:extLst>
                <a:ext uri="{FF2B5EF4-FFF2-40B4-BE49-F238E27FC236}">
                  <a16:creationId xmlns:a16="http://schemas.microsoft.com/office/drawing/2014/main" id="{A361A618-93F3-45C0-86B1-95B9657947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604738">
              <a:off x="4909541" y="1200610"/>
              <a:ext cx="295997" cy="2566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1" name="Grupo 90">
            <a:extLst>
              <a:ext uri="{FF2B5EF4-FFF2-40B4-BE49-F238E27FC236}">
                <a16:creationId xmlns:a16="http://schemas.microsoft.com/office/drawing/2014/main" id="{5EFD4200-E3B8-4891-A6A5-E962DD5D7D1D}"/>
              </a:ext>
            </a:extLst>
          </p:cNvPr>
          <p:cNvGrpSpPr/>
          <p:nvPr/>
        </p:nvGrpSpPr>
        <p:grpSpPr>
          <a:xfrm rot="5400000">
            <a:off x="559907" y="9006554"/>
            <a:ext cx="346249" cy="1324647"/>
            <a:chOff x="6778220" y="1366503"/>
            <a:chExt cx="230816" cy="663456"/>
          </a:xfrm>
        </p:grpSpPr>
        <p:sp>
          <p:nvSpPr>
            <p:cNvPr id="181" name="CuadroTexto 180">
              <a:extLst>
                <a:ext uri="{FF2B5EF4-FFF2-40B4-BE49-F238E27FC236}">
                  <a16:creationId xmlns:a16="http://schemas.microsoft.com/office/drawing/2014/main" id="{8DF023B4-68F4-473F-9DE5-0EC31BB54E05}"/>
                </a:ext>
              </a:extLst>
            </p:cNvPr>
            <p:cNvSpPr txBox="1"/>
            <p:nvPr/>
          </p:nvSpPr>
          <p:spPr>
            <a:xfrm rot="16200000">
              <a:off x="6561900" y="1582823"/>
              <a:ext cx="663456" cy="2308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ES" sz="1650" dirty="0">
                  <a:latin typeface="Audiowide" panose="02000503000000020004" pitchFamily="2" charset="0"/>
                </a:rPr>
                <a:t>24 VAC</a:t>
              </a:r>
              <a:endParaRPr lang="es-ES" sz="1650" dirty="0"/>
            </a:p>
          </p:txBody>
        </p:sp>
        <p:sp>
          <p:nvSpPr>
            <p:cNvPr id="182" name="Rectángulo: esquinas redondeadas 181">
              <a:extLst>
                <a:ext uri="{FF2B5EF4-FFF2-40B4-BE49-F238E27FC236}">
                  <a16:creationId xmlns:a16="http://schemas.microsoft.com/office/drawing/2014/main" id="{470294C4-310B-4B90-BB2D-430B30D1ADDC}"/>
                </a:ext>
              </a:extLst>
            </p:cNvPr>
            <p:cNvSpPr/>
            <p:nvPr/>
          </p:nvSpPr>
          <p:spPr>
            <a:xfrm rot="16200000">
              <a:off x="6584083" y="1599915"/>
              <a:ext cx="615229" cy="187784"/>
            </a:xfrm>
            <a:prstGeom prst="roundRect">
              <a:avLst>
                <a:gd name="adj" fmla="val 30781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ES" sz="4050" dirty="0"/>
            </a:p>
          </p:txBody>
        </p:sp>
      </p:grpSp>
      <p:sp>
        <p:nvSpPr>
          <p:cNvPr id="145" name="CuadroTexto 144">
            <a:extLst>
              <a:ext uri="{FF2B5EF4-FFF2-40B4-BE49-F238E27FC236}">
                <a16:creationId xmlns:a16="http://schemas.microsoft.com/office/drawing/2014/main" id="{EB1D1819-39DD-462C-8AD7-A62421EF882C}"/>
              </a:ext>
            </a:extLst>
          </p:cNvPr>
          <p:cNvSpPr txBox="1"/>
          <p:nvPr/>
        </p:nvSpPr>
        <p:spPr>
          <a:xfrm>
            <a:off x="8923275" y="7768290"/>
            <a:ext cx="962189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50" b="1" dirty="0">
                <a:latin typeface="Audiowide" panose="02000503000000020004" pitchFamily="2" charset="0"/>
              </a:rPr>
              <a:t>Flash</a:t>
            </a:r>
          </a:p>
        </p:txBody>
      </p:sp>
      <p:grpSp>
        <p:nvGrpSpPr>
          <p:cNvPr id="156" name="Grupo 155">
            <a:extLst>
              <a:ext uri="{FF2B5EF4-FFF2-40B4-BE49-F238E27FC236}">
                <a16:creationId xmlns:a16="http://schemas.microsoft.com/office/drawing/2014/main" id="{427AA344-3B9C-430D-8F05-27D47E436225}"/>
              </a:ext>
            </a:extLst>
          </p:cNvPr>
          <p:cNvGrpSpPr/>
          <p:nvPr/>
        </p:nvGrpSpPr>
        <p:grpSpPr>
          <a:xfrm rot="16200000">
            <a:off x="9238842" y="3544254"/>
            <a:ext cx="1247839" cy="967264"/>
            <a:chOff x="9197484" y="3009148"/>
            <a:chExt cx="1177253" cy="716971"/>
          </a:xfrm>
        </p:grpSpPr>
        <p:sp>
          <p:nvSpPr>
            <p:cNvPr id="162" name="CuadroTexto 161">
              <a:extLst>
                <a:ext uri="{FF2B5EF4-FFF2-40B4-BE49-F238E27FC236}">
                  <a16:creationId xmlns:a16="http://schemas.microsoft.com/office/drawing/2014/main" id="{6A718EC8-5025-42CB-8205-98AD513F9664}"/>
                </a:ext>
              </a:extLst>
            </p:cNvPr>
            <p:cNvSpPr txBox="1"/>
            <p:nvPr/>
          </p:nvSpPr>
          <p:spPr>
            <a:xfrm rot="5400000">
              <a:off x="9896010" y="3196960"/>
              <a:ext cx="641680" cy="315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1575" dirty="0">
                  <a:latin typeface="Audiowide" panose="02000503000000020004" pitchFamily="2" charset="0"/>
                </a:rPr>
                <a:t>3V</a:t>
              </a:r>
            </a:p>
          </p:txBody>
        </p:sp>
        <p:sp>
          <p:nvSpPr>
            <p:cNvPr id="166" name="CuadroTexto 165">
              <a:extLst>
                <a:ext uri="{FF2B5EF4-FFF2-40B4-BE49-F238E27FC236}">
                  <a16:creationId xmlns:a16="http://schemas.microsoft.com/office/drawing/2014/main" id="{3F03050F-9121-4E78-AC97-152A9D6650A2}"/>
                </a:ext>
              </a:extLst>
            </p:cNvPr>
            <p:cNvSpPr txBox="1"/>
            <p:nvPr/>
          </p:nvSpPr>
          <p:spPr>
            <a:xfrm rot="5400000">
              <a:off x="9572025" y="3226080"/>
              <a:ext cx="716971" cy="283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1350" b="1" dirty="0">
                  <a:latin typeface="Audiowide" panose="02000503000000020004" pitchFamily="2" charset="0"/>
                </a:rPr>
                <a:t>GND</a:t>
              </a:r>
              <a:endParaRPr lang="es-ES" sz="1050" b="1" dirty="0">
                <a:latin typeface="Audiowide" panose="02000503000000020004" pitchFamily="2" charset="0"/>
              </a:endParaRPr>
            </a:p>
          </p:txBody>
        </p:sp>
        <p:sp>
          <p:nvSpPr>
            <p:cNvPr id="167" name="CuadroTexto 166">
              <a:extLst>
                <a:ext uri="{FF2B5EF4-FFF2-40B4-BE49-F238E27FC236}">
                  <a16:creationId xmlns:a16="http://schemas.microsoft.com/office/drawing/2014/main" id="{6950C498-BF3F-4F66-84AE-B22339CCA321}"/>
                </a:ext>
              </a:extLst>
            </p:cNvPr>
            <p:cNvSpPr txBox="1"/>
            <p:nvPr/>
          </p:nvSpPr>
          <p:spPr>
            <a:xfrm rot="5400000">
              <a:off x="9309766" y="3243202"/>
              <a:ext cx="641680" cy="283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1350" b="1" dirty="0">
                  <a:latin typeface="Audiowide" panose="02000503000000020004" pitchFamily="2" charset="0"/>
                </a:rPr>
                <a:t>SCL</a:t>
              </a:r>
              <a:endParaRPr lang="es-ES" sz="1575" b="1" dirty="0">
                <a:latin typeface="Audiowide" panose="02000503000000020004" pitchFamily="2" charset="0"/>
              </a:endParaRPr>
            </a:p>
          </p:txBody>
        </p:sp>
        <p:sp>
          <p:nvSpPr>
            <p:cNvPr id="168" name="CuadroTexto 167">
              <a:extLst>
                <a:ext uri="{FF2B5EF4-FFF2-40B4-BE49-F238E27FC236}">
                  <a16:creationId xmlns:a16="http://schemas.microsoft.com/office/drawing/2014/main" id="{F103064A-434C-482F-9596-1D7430374702}"/>
                </a:ext>
              </a:extLst>
            </p:cNvPr>
            <p:cNvSpPr txBox="1"/>
            <p:nvPr/>
          </p:nvSpPr>
          <p:spPr>
            <a:xfrm rot="5400000">
              <a:off x="9018198" y="3251673"/>
              <a:ext cx="641680" cy="283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1350" b="1" dirty="0">
                  <a:latin typeface="Audiowide" panose="02000503000000020004" pitchFamily="2" charset="0"/>
                </a:rPr>
                <a:t>SDA</a:t>
              </a:r>
              <a:endParaRPr lang="es-ES" sz="1575" b="1" dirty="0">
                <a:latin typeface="Audiowide" panose="02000503000000020004" pitchFamily="2" charset="0"/>
              </a:endParaRPr>
            </a:p>
          </p:txBody>
        </p:sp>
      </p:grpSp>
      <p:sp>
        <p:nvSpPr>
          <p:cNvPr id="170" name="Rectángulo: esquinas redondeadas 169">
            <a:extLst>
              <a:ext uri="{FF2B5EF4-FFF2-40B4-BE49-F238E27FC236}">
                <a16:creationId xmlns:a16="http://schemas.microsoft.com/office/drawing/2014/main" id="{38A81791-90DD-4E72-B9AC-42D79AE3513C}"/>
              </a:ext>
            </a:extLst>
          </p:cNvPr>
          <p:cNvSpPr/>
          <p:nvPr/>
        </p:nvSpPr>
        <p:spPr>
          <a:xfrm>
            <a:off x="9759959" y="3141491"/>
            <a:ext cx="865690" cy="1532682"/>
          </a:xfrm>
          <a:prstGeom prst="roundRect">
            <a:avLst>
              <a:gd name="adj" fmla="val 7955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s-ES" sz="4050" dirty="0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F5A0B5E-C39D-2514-0459-5CBC9EE265B6}"/>
              </a:ext>
            </a:extLst>
          </p:cNvPr>
          <p:cNvSpPr txBox="1"/>
          <p:nvPr/>
        </p:nvSpPr>
        <p:spPr>
          <a:xfrm>
            <a:off x="9752811" y="3148636"/>
            <a:ext cx="865693" cy="307413"/>
          </a:xfrm>
          <a:prstGeom prst="rect">
            <a:avLst/>
          </a:prstGeom>
          <a:solidFill>
            <a:schemeClr val="tx1"/>
          </a:solidFill>
        </p:spPr>
        <p:txBody>
          <a:bodyPr wrap="square" lIns="0" rIns="0">
            <a:noAutofit/>
          </a:bodyPr>
          <a:lstStyle/>
          <a:p>
            <a:pPr algn="ctr" defTabSz="0">
              <a:tabLst>
                <a:tab pos="0" algn="l"/>
              </a:tabLst>
            </a:pPr>
            <a:r>
              <a:rPr lang="es-ES" sz="1185" spc="75" dirty="0">
                <a:solidFill>
                  <a:schemeClr val="bg1"/>
                </a:solidFill>
                <a:latin typeface="Audiowide" panose="02000503000000020004" pitchFamily="2" charset="0"/>
              </a:rPr>
              <a:t>I2C</a:t>
            </a:r>
            <a:endParaRPr lang="es-ES" sz="1185" spc="75" dirty="0">
              <a:solidFill>
                <a:schemeClr val="bg1"/>
              </a:solidFill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248E9938-167A-11CC-8A16-F2B6FE46FDB3}"/>
              </a:ext>
            </a:extLst>
          </p:cNvPr>
          <p:cNvSpPr txBox="1"/>
          <p:nvPr/>
        </p:nvSpPr>
        <p:spPr>
          <a:xfrm>
            <a:off x="3423672" y="10329541"/>
            <a:ext cx="6407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>
                <a:latin typeface="Audiowide" panose="02000503000000020004" pitchFamily="2" charset="0"/>
              </a:rPr>
              <a:t>VDC</a:t>
            </a:r>
            <a:endParaRPr lang="es-ES" sz="1575" b="1" dirty="0">
              <a:latin typeface="Audiowide" panose="02000503000000020004" pitchFamily="2" charset="0"/>
            </a:endParaRP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7063056C-CDFB-395C-6A1E-129BA0D487B4}"/>
              </a:ext>
            </a:extLst>
          </p:cNvPr>
          <p:cNvSpPr txBox="1"/>
          <p:nvPr/>
        </p:nvSpPr>
        <p:spPr>
          <a:xfrm>
            <a:off x="4356930" y="10329541"/>
            <a:ext cx="6407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>
                <a:latin typeface="Audiowide" panose="02000503000000020004" pitchFamily="2" charset="0"/>
              </a:rPr>
              <a:t>VDC</a:t>
            </a:r>
            <a:endParaRPr lang="es-ES" sz="1575" b="1" dirty="0">
              <a:latin typeface="Audiowide" panose="02000503000000020004" pitchFamily="2" charset="0"/>
            </a:endParaRP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DBC127DF-0BCF-8724-7B29-03418E9655F9}"/>
              </a:ext>
            </a:extLst>
          </p:cNvPr>
          <p:cNvSpPr txBox="1"/>
          <p:nvPr/>
        </p:nvSpPr>
        <p:spPr>
          <a:xfrm>
            <a:off x="5290187" y="10329541"/>
            <a:ext cx="6407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>
                <a:latin typeface="Audiowide" panose="02000503000000020004" pitchFamily="2" charset="0"/>
              </a:rPr>
              <a:t>VDC</a:t>
            </a:r>
            <a:endParaRPr lang="es-ES" sz="1575" b="1" dirty="0">
              <a:latin typeface="Audiowide" panose="02000503000000020004" pitchFamily="2" charset="0"/>
            </a:endParaRPr>
          </a:p>
        </p:txBody>
      </p:sp>
      <p:grpSp>
        <p:nvGrpSpPr>
          <p:cNvPr id="54" name="Grupo 53">
            <a:extLst>
              <a:ext uri="{FF2B5EF4-FFF2-40B4-BE49-F238E27FC236}">
                <a16:creationId xmlns:a16="http://schemas.microsoft.com/office/drawing/2014/main" id="{D5EA00CB-F672-2E42-56A3-C03421C71A2D}"/>
              </a:ext>
            </a:extLst>
          </p:cNvPr>
          <p:cNvGrpSpPr/>
          <p:nvPr/>
        </p:nvGrpSpPr>
        <p:grpSpPr>
          <a:xfrm>
            <a:off x="3433198" y="9613542"/>
            <a:ext cx="3474518" cy="519373"/>
            <a:chOff x="2288630" y="6408553"/>
            <a:chExt cx="2316175" cy="346223"/>
          </a:xfrm>
        </p:grpSpPr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282876E4-5C39-EF16-DD17-DCC924526EA5}"/>
                </a:ext>
              </a:extLst>
            </p:cNvPr>
            <p:cNvSpPr txBox="1"/>
            <p:nvPr/>
          </p:nvSpPr>
          <p:spPr>
            <a:xfrm>
              <a:off x="2288630" y="6408553"/>
              <a:ext cx="427159" cy="3462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575" dirty="0">
                  <a:latin typeface="Audiowide" panose="02000503000000020004" pitchFamily="2" charset="0"/>
                </a:rPr>
                <a:t>24</a:t>
              </a:r>
              <a:r>
                <a:rPr lang="es-ES" sz="1200" b="1" dirty="0">
                  <a:latin typeface="Audiowide" panose="02000503000000020004" pitchFamily="2" charset="0"/>
                </a:rPr>
                <a:t>VAC</a:t>
              </a:r>
              <a:endParaRPr lang="es-ES" sz="1575" b="1" dirty="0">
                <a:latin typeface="Audiowide" panose="02000503000000020004" pitchFamily="2" charset="0"/>
              </a:endParaRP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FADD303D-90C5-AAA9-637C-B8D16BC76EB5}"/>
                </a:ext>
              </a:extLst>
            </p:cNvPr>
            <p:cNvSpPr txBox="1"/>
            <p:nvPr/>
          </p:nvSpPr>
          <p:spPr>
            <a:xfrm>
              <a:off x="2910756" y="6408553"/>
              <a:ext cx="427159" cy="3462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575" dirty="0">
                  <a:latin typeface="Audiowide" panose="02000503000000020004" pitchFamily="2" charset="0"/>
                </a:rPr>
                <a:t>24</a:t>
              </a:r>
              <a:r>
                <a:rPr lang="es-ES" sz="1200" b="1" dirty="0">
                  <a:latin typeface="Audiowide" panose="02000503000000020004" pitchFamily="2" charset="0"/>
                </a:rPr>
                <a:t>VAC</a:t>
              </a:r>
              <a:endParaRPr lang="es-ES" sz="1575" b="1" dirty="0">
                <a:latin typeface="Audiowide" panose="02000503000000020004" pitchFamily="2" charset="0"/>
              </a:endParaRPr>
            </a:p>
          </p:txBody>
        </p:sp>
        <p:sp>
          <p:nvSpPr>
            <p:cNvPr id="49" name="CuadroTexto 48">
              <a:extLst>
                <a:ext uri="{FF2B5EF4-FFF2-40B4-BE49-F238E27FC236}">
                  <a16:creationId xmlns:a16="http://schemas.microsoft.com/office/drawing/2014/main" id="{30378934-A179-0914-BA11-156402A1467B}"/>
                </a:ext>
              </a:extLst>
            </p:cNvPr>
            <p:cNvSpPr txBox="1"/>
            <p:nvPr/>
          </p:nvSpPr>
          <p:spPr>
            <a:xfrm>
              <a:off x="3532882" y="6408553"/>
              <a:ext cx="427159" cy="3462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575" dirty="0">
                  <a:latin typeface="Audiowide" panose="02000503000000020004" pitchFamily="2" charset="0"/>
                </a:rPr>
                <a:t>24</a:t>
              </a:r>
              <a:r>
                <a:rPr lang="es-ES" sz="1200" b="1" dirty="0">
                  <a:latin typeface="Audiowide" panose="02000503000000020004" pitchFamily="2" charset="0"/>
                </a:rPr>
                <a:t>VAC</a:t>
              </a:r>
              <a:endParaRPr lang="es-ES" sz="1575" b="1" dirty="0">
                <a:latin typeface="Audiowide" panose="02000503000000020004" pitchFamily="2" charset="0"/>
              </a:endParaRPr>
            </a:p>
          </p:txBody>
        </p:sp>
        <p:sp>
          <p:nvSpPr>
            <p:cNvPr id="51" name="CuadroTexto 50">
              <a:extLst>
                <a:ext uri="{FF2B5EF4-FFF2-40B4-BE49-F238E27FC236}">
                  <a16:creationId xmlns:a16="http://schemas.microsoft.com/office/drawing/2014/main" id="{CA851C00-7CB8-2A5D-2813-761333981519}"/>
                </a:ext>
              </a:extLst>
            </p:cNvPr>
            <p:cNvSpPr txBox="1"/>
            <p:nvPr/>
          </p:nvSpPr>
          <p:spPr>
            <a:xfrm>
              <a:off x="4177646" y="6408553"/>
              <a:ext cx="427159" cy="3462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575" dirty="0">
                  <a:latin typeface="Audiowide" panose="02000503000000020004" pitchFamily="2" charset="0"/>
                </a:rPr>
                <a:t>24</a:t>
              </a:r>
              <a:r>
                <a:rPr lang="es-ES" sz="1200" b="1" dirty="0">
                  <a:latin typeface="Audiowide" panose="02000503000000020004" pitchFamily="2" charset="0"/>
                </a:rPr>
                <a:t>VAC</a:t>
              </a:r>
              <a:endParaRPr lang="es-ES" sz="1575" b="1" dirty="0">
                <a:latin typeface="Audiowide" panose="02000503000000020004" pitchFamily="2" charset="0"/>
              </a:endParaRPr>
            </a:p>
          </p:txBody>
        </p:sp>
      </p:grpSp>
      <p:sp>
        <p:nvSpPr>
          <p:cNvPr id="52" name="CuadroTexto 51">
            <a:extLst>
              <a:ext uri="{FF2B5EF4-FFF2-40B4-BE49-F238E27FC236}">
                <a16:creationId xmlns:a16="http://schemas.microsoft.com/office/drawing/2014/main" id="{26AC70A1-63F4-5703-6068-285982027DA2}"/>
              </a:ext>
            </a:extLst>
          </p:cNvPr>
          <p:cNvSpPr txBox="1"/>
          <p:nvPr/>
        </p:nvSpPr>
        <p:spPr>
          <a:xfrm>
            <a:off x="6257405" y="10329541"/>
            <a:ext cx="6407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>
                <a:latin typeface="Audiowide" panose="02000503000000020004" pitchFamily="2" charset="0"/>
              </a:rPr>
              <a:t>VDC</a:t>
            </a:r>
            <a:endParaRPr lang="es-ES" sz="1575" b="1" dirty="0">
              <a:latin typeface="Audiowide" panose="02000503000000020004" pitchFamily="2" charset="0"/>
            </a:endParaRPr>
          </a:p>
        </p:txBody>
      </p:sp>
      <p:grpSp>
        <p:nvGrpSpPr>
          <p:cNvPr id="70" name="Grupo 69">
            <a:extLst>
              <a:ext uri="{FF2B5EF4-FFF2-40B4-BE49-F238E27FC236}">
                <a16:creationId xmlns:a16="http://schemas.microsoft.com/office/drawing/2014/main" id="{1AEC7628-A0E0-1F70-6D61-7CDBE0AA342F}"/>
              </a:ext>
            </a:extLst>
          </p:cNvPr>
          <p:cNvGrpSpPr/>
          <p:nvPr/>
        </p:nvGrpSpPr>
        <p:grpSpPr>
          <a:xfrm>
            <a:off x="693718" y="5170545"/>
            <a:ext cx="7014213" cy="411182"/>
            <a:chOff x="462445" y="3446763"/>
            <a:chExt cx="4675798" cy="274100"/>
          </a:xfrm>
        </p:grpSpPr>
        <p:grpSp>
          <p:nvGrpSpPr>
            <p:cNvPr id="108" name="Grupo 107">
              <a:extLst>
                <a:ext uri="{FF2B5EF4-FFF2-40B4-BE49-F238E27FC236}">
                  <a16:creationId xmlns:a16="http://schemas.microsoft.com/office/drawing/2014/main" id="{4FA3B73F-9D9E-4F62-B3DE-2410DE63A108}"/>
                </a:ext>
              </a:extLst>
            </p:cNvPr>
            <p:cNvGrpSpPr/>
            <p:nvPr/>
          </p:nvGrpSpPr>
          <p:grpSpPr>
            <a:xfrm>
              <a:off x="462445" y="3446784"/>
              <a:ext cx="883033" cy="274079"/>
              <a:chOff x="4711030" y="3315692"/>
              <a:chExt cx="595591" cy="157113"/>
            </a:xfrm>
          </p:grpSpPr>
          <p:sp>
            <p:nvSpPr>
              <p:cNvPr id="109" name="Rectángulo: esquinas redondeadas 108">
                <a:extLst>
                  <a:ext uri="{FF2B5EF4-FFF2-40B4-BE49-F238E27FC236}">
                    <a16:creationId xmlns:a16="http://schemas.microsoft.com/office/drawing/2014/main" id="{96DB8EC4-1069-4FAD-B565-C19CDDA50B15}"/>
                  </a:ext>
                </a:extLst>
              </p:cNvPr>
              <p:cNvSpPr/>
              <p:nvPr/>
            </p:nvSpPr>
            <p:spPr>
              <a:xfrm>
                <a:off x="4711030" y="3315692"/>
                <a:ext cx="595591" cy="14797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s-ES" sz="4800" dirty="0"/>
              </a:p>
            </p:txBody>
          </p:sp>
          <p:sp>
            <p:nvSpPr>
              <p:cNvPr id="110" name="Rectángulo: esquinas redondeadas 109">
                <a:extLst>
                  <a:ext uri="{FF2B5EF4-FFF2-40B4-BE49-F238E27FC236}">
                    <a16:creationId xmlns:a16="http://schemas.microsoft.com/office/drawing/2014/main" id="{DAF46DCC-66C5-47D1-86C9-2B02BDE1916B}"/>
                  </a:ext>
                </a:extLst>
              </p:cNvPr>
              <p:cNvSpPr/>
              <p:nvPr/>
            </p:nvSpPr>
            <p:spPr>
              <a:xfrm>
                <a:off x="4918707" y="3315693"/>
                <a:ext cx="379562" cy="147974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s-ES" sz="1800" dirty="0" err="1">
                    <a:solidFill>
                      <a:schemeClr val="tx1"/>
                    </a:solidFill>
                    <a:latin typeface="Audiowide" panose="02000503000000020004" pitchFamily="2" charset="0"/>
                  </a:rPr>
                  <a:t>Out</a:t>
                </a:r>
                <a:r>
                  <a:rPr lang="es-ES" sz="1800" dirty="0">
                    <a:solidFill>
                      <a:schemeClr val="tx1"/>
                    </a:solidFill>
                    <a:latin typeface="Audiowide" panose="02000503000000020004" pitchFamily="2" charset="0"/>
                  </a:rPr>
                  <a:t> 1</a:t>
                </a:r>
              </a:p>
            </p:txBody>
          </p:sp>
          <p:sp>
            <p:nvSpPr>
              <p:cNvPr id="111" name="CuadroTexto 110">
                <a:extLst>
                  <a:ext uri="{FF2B5EF4-FFF2-40B4-BE49-F238E27FC236}">
                    <a16:creationId xmlns:a16="http://schemas.microsoft.com/office/drawing/2014/main" id="{F2183E71-3573-4C90-A2B8-C653AC82628A}"/>
                  </a:ext>
                </a:extLst>
              </p:cNvPr>
              <p:cNvSpPr txBox="1"/>
              <p:nvPr/>
            </p:nvSpPr>
            <p:spPr>
              <a:xfrm>
                <a:off x="4732807" y="3319910"/>
                <a:ext cx="335151" cy="1528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ES" sz="2000" b="1" dirty="0">
                    <a:solidFill>
                      <a:schemeClr val="bg1"/>
                    </a:solidFill>
                    <a:latin typeface="Audiowide" panose="02000503000000020004" pitchFamily="2" charset="0"/>
                  </a:rPr>
                  <a:t>16</a:t>
                </a:r>
              </a:p>
            </p:txBody>
          </p:sp>
        </p:grp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1168C4B6-D231-28A6-4936-C3027893A524}"/>
                </a:ext>
              </a:extLst>
            </p:cNvPr>
            <p:cNvGrpSpPr/>
            <p:nvPr/>
          </p:nvGrpSpPr>
          <p:grpSpPr>
            <a:xfrm>
              <a:off x="1650506" y="3446763"/>
              <a:ext cx="1002726" cy="274078"/>
              <a:chOff x="4711030" y="3315692"/>
              <a:chExt cx="595591" cy="157113"/>
            </a:xfrm>
          </p:grpSpPr>
          <p:sp>
            <p:nvSpPr>
              <p:cNvPr id="17" name="Rectángulo: esquinas redondeadas 16">
                <a:extLst>
                  <a:ext uri="{FF2B5EF4-FFF2-40B4-BE49-F238E27FC236}">
                    <a16:creationId xmlns:a16="http://schemas.microsoft.com/office/drawing/2014/main" id="{674F9805-6475-28D1-9BBF-CB7933EE0967}"/>
                  </a:ext>
                </a:extLst>
              </p:cNvPr>
              <p:cNvSpPr/>
              <p:nvPr/>
            </p:nvSpPr>
            <p:spPr>
              <a:xfrm>
                <a:off x="4711030" y="3315692"/>
                <a:ext cx="595591" cy="14797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s-ES" sz="4800" dirty="0"/>
              </a:p>
            </p:txBody>
          </p:sp>
          <p:sp>
            <p:nvSpPr>
              <p:cNvPr id="24" name="Rectángulo: esquinas redondeadas 23">
                <a:extLst>
                  <a:ext uri="{FF2B5EF4-FFF2-40B4-BE49-F238E27FC236}">
                    <a16:creationId xmlns:a16="http://schemas.microsoft.com/office/drawing/2014/main" id="{0BC66EC2-09F7-6166-E3B9-720D7678CCDD}"/>
                  </a:ext>
                </a:extLst>
              </p:cNvPr>
              <p:cNvSpPr/>
              <p:nvPr/>
            </p:nvSpPr>
            <p:spPr>
              <a:xfrm>
                <a:off x="4918707" y="3315693"/>
                <a:ext cx="379562" cy="147974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s-ES" sz="1800" dirty="0" err="1">
                    <a:solidFill>
                      <a:schemeClr val="tx1"/>
                    </a:solidFill>
                    <a:latin typeface="Audiowide" panose="02000503000000020004" pitchFamily="2" charset="0"/>
                  </a:rPr>
                  <a:t>Out</a:t>
                </a:r>
                <a:r>
                  <a:rPr lang="es-ES" sz="1800" dirty="0">
                    <a:solidFill>
                      <a:schemeClr val="tx1"/>
                    </a:solidFill>
                    <a:latin typeface="Audiowide" panose="02000503000000020004" pitchFamily="2" charset="0"/>
                  </a:rPr>
                  <a:t> 2</a:t>
                </a:r>
              </a:p>
            </p:txBody>
          </p:sp>
          <p:sp>
            <p:nvSpPr>
              <p:cNvPr id="55" name="CuadroTexto 54">
                <a:extLst>
                  <a:ext uri="{FF2B5EF4-FFF2-40B4-BE49-F238E27FC236}">
                    <a16:creationId xmlns:a16="http://schemas.microsoft.com/office/drawing/2014/main" id="{28FE8362-D2BE-6D33-B71D-4EF76A49ED49}"/>
                  </a:ext>
                </a:extLst>
              </p:cNvPr>
              <p:cNvSpPr txBox="1"/>
              <p:nvPr/>
            </p:nvSpPr>
            <p:spPr>
              <a:xfrm>
                <a:off x="4732074" y="3319910"/>
                <a:ext cx="335151" cy="1528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ES" sz="2000" b="1" dirty="0">
                    <a:solidFill>
                      <a:schemeClr val="bg1"/>
                    </a:solidFill>
                    <a:latin typeface="Audiowide" panose="02000503000000020004" pitchFamily="2" charset="0"/>
                  </a:rPr>
                  <a:t>17</a:t>
                </a:r>
              </a:p>
            </p:txBody>
          </p:sp>
        </p:grpSp>
        <p:grpSp>
          <p:nvGrpSpPr>
            <p:cNvPr id="56" name="Grupo 55">
              <a:extLst>
                <a:ext uri="{FF2B5EF4-FFF2-40B4-BE49-F238E27FC236}">
                  <a16:creationId xmlns:a16="http://schemas.microsoft.com/office/drawing/2014/main" id="{BA5072CA-A306-A40E-204F-8A8BB3812345}"/>
                </a:ext>
              </a:extLst>
            </p:cNvPr>
            <p:cNvGrpSpPr/>
            <p:nvPr/>
          </p:nvGrpSpPr>
          <p:grpSpPr>
            <a:xfrm>
              <a:off x="2958260" y="3446763"/>
              <a:ext cx="883033" cy="274078"/>
              <a:chOff x="4711030" y="3315692"/>
              <a:chExt cx="595591" cy="157113"/>
            </a:xfrm>
          </p:grpSpPr>
          <p:sp>
            <p:nvSpPr>
              <p:cNvPr id="57" name="Rectángulo: esquinas redondeadas 56">
                <a:extLst>
                  <a:ext uri="{FF2B5EF4-FFF2-40B4-BE49-F238E27FC236}">
                    <a16:creationId xmlns:a16="http://schemas.microsoft.com/office/drawing/2014/main" id="{3F37A7AF-FA5C-A488-7343-8FD36919DA6A}"/>
                  </a:ext>
                </a:extLst>
              </p:cNvPr>
              <p:cNvSpPr/>
              <p:nvPr/>
            </p:nvSpPr>
            <p:spPr>
              <a:xfrm>
                <a:off x="4711030" y="3315692"/>
                <a:ext cx="595591" cy="14797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s-ES" sz="4800" dirty="0"/>
              </a:p>
            </p:txBody>
          </p:sp>
          <p:sp>
            <p:nvSpPr>
              <p:cNvPr id="59" name="Rectángulo: esquinas redondeadas 58">
                <a:extLst>
                  <a:ext uri="{FF2B5EF4-FFF2-40B4-BE49-F238E27FC236}">
                    <a16:creationId xmlns:a16="http://schemas.microsoft.com/office/drawing/2014/main" id="{BA887F79-559C-5042-A7BC-5C6CBE5C21AF}"/>
                  </a:ext>
                </a:extLst>
              </p:cNvPr>
              <p:cNvSpPr/>
              <p:nvPr/>
            </p:nvSpPr>
            <p:spPr>
              <a:xfrm>
                <a:off x="4918707" y="3315693"/>
                <a:ext cx="379562" cy="147974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s-ES" sz="1800" dirty="0" err="1">
                    <a:solidFill>
                      <a:schemeClr val="tx1"/>
                    </a:solidFill>
                    <a:latin typeface="Audiowide" panose="02000503000000020004" pitchFamily="2" charset="0"/>
                  </a:rPr>
                  <a:t>Out</a:t>
                </a:r>
                <a:r>
                  <a:rPr lang="es-ES" sz="1800" dirty="0">
                    <a:solidFill>
                      <a:schemeClr val="tx1"/>
                    </a:solidFill>
                    <a:latin typeface="Audiowide" panose="02000503000000020004" pitchFamily="2" charset="0"/>
                  </a:rPr>
                  <a:t> 3</a:t>
                </a:r>
              </a:p>
            </p:txBody>
          </p:sp>
          <p:sp>
            <p:nvSpPr>
              <p:cNvPr id="60" name="CuadroTexto 59">
                <a:extLst>
                  <a:ext uri="{FF2B5EF4-FFF2-40B4-BE49-F238E27FC236}">
                    <a16:creationId xmlns:a16="http://schemas.microsoft.com/office/drawing/2014/main" id="{B78694E9-9F73-5ABC-81EE-73E236A3D726}"/>
                  </a:ext>
                </a:extLst>
              </p:cNvPr>
              <p:cNvSpPr txBox="1"/>
              <p:nvPr/>
            </p:nvSpPr>
            <p:spPr>
              <a:xfrm>
                <a:off x="4732807" y="3319910"/>
                <a:ext cx="335151" cy="1528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ES" sz="2000" b="1" dirty="0">
                    <a:solidFill>
                      <a:schemeClr val="bg1"/>
                    </a:solidFill>
                    <a:latin typeface="Audiowide" panose="02000503000000020004" pitchFamily="2" charset="0"/>
                  </a:rPr>
                  <a:t>18</a:t>
                </a:r>
              </a:p>
            </p:txBody>
          </p:sp>
        </p:grpSp>
        <p:grpSp>
          <p:nvGrpSpPr>
            <p:cNvPr id="66" name="Grupo 65">
              <a:extLst>
                <a:ext uri="{FF2B5EF4-FFF2-40B4-BE49-F238E27FC236}">
                  <a16:creationId xmlns:a16="http://schemas.microsoft.com/office/drawing/2014/main" id="{AE4B2340-CBE6-1236-015A-F8BDE827506B}"/>
                </a:ext>
              </a:extLst>
            </p:cNvPr>
            <p:cNvGrpSpPr/>
            <p:nvPr/>
          </p:nvGrpSpPr>
          <p:grpSpPr>
            <a:xfrm>
              <a:off x="4146322" y="3446763"/>
              <a:ext cx="991921" cy="274078"/>
              <a:chOff x="4711030" y="3315692"/>
              <a:chExt cx="595591" cy="157113"/>
            </a:xfrm>
          </p:grpSpPr>
          <p:sp>
            <p:nvSpPr>
              <p:cNvPr id="67" name="Rectángulo: esquinas redondeadas 66">
                <a:extLst>
                  <a:ext uri="{FF2B5EF4-FFF2-40B4-BE49-F238E27FC236}">
                    <a16:creationId xmlns:a16="http://schemas.microsoft.com/office/drawing/2014/main" id="{6948C720-07A2-385C-5CE0-3E112DE89064}"/>
                  </a:ext>
                </a:extLst>
              </p:cNvPr>
              <p:cNvSpPr/>
              <p:nvPr/>
            </p:nvSpPr>
            <p:spPr>
              <a:xfrm>
                <a:off x="4711030" y="3315692"/>
                <a:ext cx="595591" cy="14797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s-ES" sz="4800" dirty="0"/>
              </a:p>
            </p:txBody>
          </p:sp>
          <p:sp>
            <p:nvSpPr>
              <p:cNvPr id="68" name="Rectángulo: esquinas redondeadas 67">
                <a:extLst>
                  <a:ext uri="{FF2B5EF4-FFF2-40B4-BE49-F238E27FC236}">
                    <a16:creationId xmlns:a16="http://schemas.microsoft.com/office/drawing/2014/main" id="{19929969-1F78-96B6-343E-09F7AEBFE447}"/>
                  </a:ext>
                </a:extLst>
              </p:cNvPr>
              <p:cNvSpPr/>
              <p:nvPr/>
            </p:nvSpPr>
            <p:spPr>
              <a:xfrm>
                <a:off x="4918707" y="3315693"/>
                <a:ext cx="379562" cy="147974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s-ES" sz="1800" dirty="0" err="1">
                    <a:solidFill>
                      <a:schemeClr val="tx1"/>
                    </a:solidFill>
                    <a:latin typeface="Audiowide" panose="02000503000000020004" pitchFamily="2" charset="0"/>
                  </a:rPr>
                  <a:t>Out</a:t>
                </a:r>
                <a:r>
                  <a:rPr lang="es-ES" sz="1800" dirty="0">
                    <a:solidFill>
                      <a:schemeClr val="tx1"/>
                    </a:solidFill>
                    <a:latin typeface="Audiowide" panose="02000503000000020004" pitchFamily="2" charset="0"/>
                  </a:rPr>
                  <a:t> 4</a:t>
                </a:r>
              </a:p>
            </p:txBody>
          </p:sp>
          <p:sp>
            <p:nvSpPr>
              <p:cNvPr id="69" name="CuadroTexto 68">
                <a:extLst>
                  <a:ext uri="{FF2B5EF4-FFF2-40B4-BE49-F238E27FC236}">
                    <a16:creationId xmlns:a16="http://schemas.microsoft.com/office/drawing/2014/main" id="{5FF5A855-36BC-4112-065F-3D7ADFB88065}"/>
                  </a:ext>
                </a:extLst>
              </p:cNvPr>
              <p:cNvSpPr txBox="1"/>
              <p:nvPr/>
            </p:nvSpPr>
            <p:spPr>
              <a:xfrm>
                <a:off x="4732133" y="3319910"/>
                <a:ext cx="335151" cy="1528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ES" sz="2000" b="1" dirty="0">
                    <a:solidFill>
                      <a:schemeClr val="bg1"/>
                    </a:solidFill>
                    <a:latin typeface="Audiowide" panose="02000503000000020004" pitchFamily="2" charset="0"/>
                  </a:rPr>
                  <a:t>19</a:t>
                </a:r>
              </a:p>
            </p:txBody>
          </p:sp>
        </p:grpSp>
      </p:grpSp>
      <p:grpSp>
        <p:nvGrpSpPr>
          <p:cNvPr id="77" name="Grupo 76">
            <a:extLst>
              <a:ext uri="{FF2B5EF4-FFF2-40B4-BE49-F238E27FC236}">
                <a16:creationId xmlns:a16="http://schemas.microsoft.com/office/drawing/2014/main" id="{9AD7012E-D1AE-6E38-5874-B03E650DF751}"/>
              </a:ext>
            </a:extLst>
          </p:cNvPr>
          <p:cNvGrpSpPr/>
          <p:nvPr/>
        </p:nvGrpSpPr>
        <p:grpSpPr>
          <a:xfrm>
            <a:off x="6819215" y="650128"/>
            <a:ext cx="278452" cy="928502"/>
            <a:chOff x="-1557046" y="-169652"/>
            <a:chExt cx="185621" cy="523130"/>
          </a:xfrm>
        </p:grpSpPr>
        <p:sp>
          <p:nvSpPr>
            <p:cNvPr id="78" name="Rectángulo: esquinas redondeadas 77">
              <a:extLst>
                <a:ext uri="{FF2B5EF4-FFF2-40B4-BE49-F238E27FC236}">
                  <a16:creationId xmlns:a16="http://schemas.microsoft.com/office/drawing/2014/main" id="{71DB07D5-DFD4-CBBE-1FE1-FD5A7A9927C7}"/>
                </a:ext>
              </a:extLst>
            </p:cNvPr>
            <p:cNvSpPr/>
            <p:nvPr/>
          </p:nvSpPr>
          <p:spPr>
            <a:xfrm>
              <a:off x="-1545169" y="-169652"/>
              <a:ext cx="173744" cy="52313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ES" sz="4050" dirty="0"/>
            </a:p>
          </p:txBody>
        </p:sp>
        <p:grpSp>
          <p:nvGrpSpPr>
            <p:cNvPr id="79" name="Grupo 78">
              <a:extLst>
                <a:ext uri="{FF2B5EF4-FFF2-40B4-BE49-F238E27FC236}">
                  <a16:creationId xmlns:a16="http://schemas.microsoft.com/office/drawing/2014/main" id="{0458FFCD-EC2A-4C4F-4C45-1283A12B8DEB}"/>
                </a:ext>
              </a:extLst>
            </p:cNvPr>
            <p:cNvGrpSpPr/>
            <p:nvPr/>
          </p:nvGrpSpPr>
          <p:grpSpPr>
            <a:xfrm>
              <a:off x="-1557046" y="-153712"/>
              <a:ext cx="183941" cy="465089"/>
              <a:chOff x="4660" y="2458514"/>
              <a:chExt cx="165629" cy="371303"/>
            </a:xfrm>
          </p:grpSpPr>
          <p:sp>
            <p:nvSpPr>
              <p:cNvPr id="80" name="CuadroTexto 79">
                <a:extLst>
                  <a:ext uri="{FF2B5EF4-FFF2-40B4-BE49-F238E27FC236}">
                    <a16:creationId xmlns:a16="http://schemas.microsoft.com/office/drawing/2014/main" id="{A3448A62-188C-F3C6-F7F5-D1CB74A184F9}"/>
                  </a:ext>
                </a:extLst>
              </p:cNvPr>
              <p:cNvSpPr txBox="1"/>
              <p:nvPr/>
            </p:nvSpPr>
            <p:spPr>
              <a:xfrm>
                <a:off x="7721" y="2619612"/>
                <a:ext cx="162568" cy="83063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lang="es-ES" sz="1200" dirty="0">
                    <a:solidFill>
                      <a:schemeClr val="bg1"/>
                    </a:solidFill>
                    <a:latin typeface="Audiowide" panose="02000503000000020004" pitchFamily="2" charset="0"/>
                  </a:rPr>
                  <a:t>23</a:t>
                </a:r>
              </a:p>
            </p:txBody>
          </p:sp>
          <p:sp>
            <p:nvSpPr>
              <p:cNvPr id="81" name="Rectángulo: esquinas redondeadas 80">
                <a:extLst>
                  <a:ext uri="{FF2B5EF4-FFF2-40B4-BE49-F238E27FC236}">
                    <a16:creationId xmlns:a16="http://schemas.microsoft.com/office/drawing/2014/main" id="{66AA5D3A-A7AF-5B06-86ED-DD32B960E365}"/>
                  </a:ext>
                </a:extLst>
              </p:cNvPr>
              <p:cNvSpPr/>
              <p:nvPr/>
            </p:nvSpPr>
            <p:spPr>
              <a:xfrm>
                <a:off x="22683" y="2458514"/>
                <a:ext cx="128527" cy="95500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s-ES" sz="1575" b="1" dirty="0">
                    <a:solidFill>
                      <a:schemeClr val="tx1"/>
                    </a:solidFill>
                    <a:latin typeface="Audiowide" panose="02000503000000020004" pitchFamily="2" charset="0"/>
                  </a:rPr>
                  <a:t>-</a:t>
                </a:r>
              </a:p>
            </p:txBody>
          </p:sp>
          <p:sp>
            <p:nvSpPr>
              <p:cNvPr id="82" name="CuadroTexto 81">
                <a:extLst>
                  <a:ext uri="{FF2B5EF4-FFF2-40B4-BE49-F238E27FC236}">
                    <a16:creationId xmlns:a16="http://schemas.microsoft.com/office/drawing/2014/main" id="{60943C89-50BA-EB96-E7F4-41B39E05C2A1}"/>
                  </a:ext>
                </a:extLst>
              </p:cNvPr>
              <p:cNvSpPr txBox="1"/>
              <p:nvPr/>
            </p:nvSpPr>
            <p:spPr>
              <a:xfrm>
                <a:off x="4660" y="2746754"/>
                <a:ext cx="162568" cy="83063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lang="es-ES" sz="1200" dirty="0">
                    <a:solidFill>
                      <a:schemeClr val="bg1"/>
                    </a:solidFill>
                    <a:latin typeface="Audiowide" panose="02000503000000020004" pitchFamily="2" charset="0"/>
                  </a:rPr>
                  <a:t>4</a:t>
                </a:r>
              </a:p>
            </p:txBody>
          </p:sp>
        </p:grpSp>
      </p:grpSp>
      <p:grpSp>
        <p:nvGrpSpPr>
          <p:cNvPr id="98" name="Grupo 97">
            <a:extLst>
              <a:ext uri="{FF2B5EF4-FFF2-40B4-BE49-F238E27FC236}">
                <a16:creationId xmlns:a16="http://schemas.microsoft.com/office/drawing/2014/main" id="{AC617F48-B893-78E2-1FC1-0F11058E0E94}"/>
              </a:ext>
            </a:extLst>
          </p:cNvPr>
          <p:cNvGrpSpPr/>
          <p:nvPr/>
        </p:nvGrpSpPr>
        <p:grpSpPr>
          <a:xfrm>
            <a:off x="1592823" y="398934"/>
            <a:ext cx="4953796" cy="662125"/>
            <a:chOff x="1070658" y="583799"/>
            <a:chExt cx="3302288" cy="441385"/>
          </a:xfrm>
        </p:grpSpPr>
        <p:grpSp>
          <p:nvGrpSpPr>
            <p:cNvPr id="99" name="Grupo 98">
              <a:extLst>
                <a:ext uri="{FF2B5EF4-FFF2-40B4-BE49-F238E27FC236}">
                  <a16:creationId xmlns:a16="http://schemas.microsoft.com/office/drawing/2014/main" id="{351697A3-51A3-DCF2-5ED7-1B908D25874A}"/>
                </a:ext>
              </a:extLst>
            </p:cNvPr>
            <p:cNvGrpSpPr/>
            <p:nvPr/>
          </p:nvGrpSpPr>
          <p:grpSpPr>
            <a:xfrm rot="10800000">
              <a:off x="1070658" y="583799"/>
              <a:ext cx="2433649" cy="430858"/>
              <a:chOff x="2505577" y="85038"/>
              <a:chExt cx="2433649" cy="430858"/>
            </a:xfrm>
          </p:grpSpPr>
          <p:grpSp>
            <p:nvGrpSpPr>
              <p:cNvPr id="102" name="Grupo 101">
                <a:extLst>
                  <a:ext uri="{FF2B5EF4-FFF2-40B4-BE49-F238E27FC236}">
                    <a16:creationId xmlns:a16="http://schemas.microsoft.com/office/drawing/2014/main" id="{C9B5FBF3-EF65-9ACD-730B-2394C39536E6}"/>
                  </a:ext>
                </a:extLst>
              </p:cNvPr>
              <p:cNvGrpSpPr/>
              <p:nvPr/>
            </p:nvGrpSpPr>
            <p:grpSpPr>
              <a:xfrm>
                <a:off x="2505577" y="85038"/>
                <a:ext cx="707301" cy="430858"/>
                <a:chOff x="1002480" y="5986040"/>
                <a:chExt cx="707301" cy="430858"/>
              </a:xfrm>
            </p:grpSpPr>
            <p:sp>
              <p:nvSpPr>
                <p:cNvPr id="113" name="CuadroTexto 112">
                  <a:extLst>
                    <a:ext uri="{FF2B5EF4-FFF2-40B4-BE49-F238E27FC236}">
                      <a16:creationId xmlns:a16="http://schemas.microsoft.com/office/drawing/2014/main" id="{35569BBF-59B8-9DE0-8091-57149CCB3386}"/>
                    </a:ext>
                  </a:extLst>
                </p:cNvPr>
                <p:cNvSpPr txBox="1"/>
                <p:nvPr/>
              </p:nvSpPr>
              <p:spPr>
                <a:xfrm>
                  <a:off x="1002480" y="5986042"/>
                  <a:ext cx="308291" cy="430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s-ES" sz="3600" dirty="0">
                      <a:latin typeface="Audiowide" panose="02000503000000020004" pitchFamily="2" charset="0"/>
                    </a:rPr>
                    <a:t>-</a:t>
                  </a:r>
                  <a:endParaRPr lang="es-ES" sz="3600" dirty="0"/>
                </a:p>
              </p:txBody>
            </p:sp>
            <p:sp>
              <p:nvSpPr>
                <p:cNvPr id="114" name="CuadroTexto 113">
                  <a:extLst>
                    <a:ext uri="{FF2B5EF4-FFF2-40B4-BE49-F238E27FC236}">
                      <a16:creationId xmlns:a16="http://schemas.microsoft.com/office/drawing/2014/main" id="{466A1361-373C-2800-F6D6-A0D8FD846A54}"/>
                    </a:ext>
                  </a:extLst>
                </p:cNvPr>
                <p:cNvSpPr txBox="1"/>
                <p:nvPr/>
              </p:nvSpPr>
              <p:spPr>
                <a:xfrm>
                  <a:off x="1401490" y="5986040"/>
                  <a:ext cx="308291" cy="430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s-ES" sz="3600" dirty="0">
                      <a:latin typeface="Audiowide" panose="02000503000000020004" pitchFamily="2" charset="0"/>
                    </a:rPr>
                    <a:t>+</a:t>
                  </a:r>
                  <a:endParaRPr lang="es-ES" sz="3600" dirty="0"/>
                </a:p>
              </p:txBody>
            </p:sp>
          </p:grpSp>
          <p:grpSp>
            <p:nvGrpSpPr>
              <p:cNvPr id="103" name="Grupo 102">
                <a:extLst>
                  <a:ext uri="{FF2B5EF4-FFF2-40B4-BE49-F238E27FC236}">
                    <a16:creationId xmlns:a16="http://schemas.microsoft.com/office/drawing/2014/main" id="{F4FAD64C-76A1-3960-4417-D352ED27A825}"/>
                  </a:ext>
                </a:extLst>
              </p:cNvPr>
              <p:cNvGrpSpPr/>
              <p:nvPr/>
            </p:nvGrpSpPr>
            <p:grpSpPr>
              <a:xfrm>
                <a:off x="3370945" y="85038"/>
                <a:ext cx="710535" cy="430858"/>
                <a:chOff x="932978" y="5986040"/>
                <a:chExt cx="710535" cy="430858"/>
              </a:xfrm>
            </p:grpSpPr>
            <p:sp>
              <p:nvSpPr>
                <p:cNvPr id="107" name="CuadroTexto 106">
                  <a:extLst>
                    <a:ext uri="{FF2B5EF4-FFF2-40B4-BE49-F238E27FC236}">
                      <a16:creationId xmlns:a16="http://schemas.microsoft.com/office/drawing/2014/main" id="{3205623B-A395-BD61-AFF9-0DAF3A4A32F0}"/>
                    </a:ext>
                  </a:extLst>
                </p:cNvPr>
                <p:cNvSpPr txBox="1"/>
                <p:nvPr/>
              </p:nvSpPr>
              <p:spPr>
                <a:xfrm>
                  <a:off x="932978" y="5986042"/>
                  <a:ext cx="308291" cy="430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s-ES" sz="3600" dirty="0">
                      <a:latin typeface="Audiowide" panose="02000503000000020004" pitchFamily="2" charset="0"/>
                    </a:rPr>
                    <a:t>-</a:t>
                  </a:r>
                  <a:endParaRPr lang="es-ES" sz="3600" dirty="0"/>
                </a:p>
              </p:txBody>
            </p:sp>
            <p:sp>
              <p:nvSpPr>
                <p:cNvPr id="112" name="CuadroTexto 111">
                  <a:extLst>
                    <a:ext uri="{FF2B5EF4-FFF2-40B4-BE49-F238E27FC236}">
                      <a16:creationId xmlns:a16="http://schemas.microsoft.com/office/drawing/2014/main" id="{2552E4AD-4DEA-08AD-3E0E-92CA30906F5B}"/>
                    </a:ext>
                  </a:extLst>
                </p:cNvPr>
                <p:cNvSpPr txBox="1"/>
                <p:nvPr/>
              </p:nvSpPr>
              <p:spPr>
                <a:xfrm>
                  <a:off x="1335222" y="5986040"/>
                  <a:ext cx="308291" cy="430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s-ES" sz="3600" dirty="0">
                      <a:latin typeface="Audiowide" panose="02000503000000020004" pitchFamily="2" charset="0"/>
                    </a:rPr>
                    <a:t>+</a:t>
                  </a:r>
                  <a:endParaRPr lang="es-ES" sz="3600" dirty="0"/>
                </a:p>
              </p:txBody>
            </p:sp>
          </p:grpSp>
          <p:grpSp>
            <p:nvGrpSpPr>
              <p:cNvPr id="104" name="Grupo 103">
                <a:extLst>
                  <a:ext uri="{FF2B5EF4-FFF2-40B4-BE49-F238E27FC236}">
                    <a16:creationId xmlns:a16="http://schemas.microsoft.com/office/drawing/2014/main" id="{E3BB343F-A969-C83D-A420-D437F758FB84}"/>
                  </a:ext>
                </a:extLst>
              </p:cNvPr>
              <p:cNvGrpSpPr/>
              <p:nvPr/>
            </p:nvGrpSpPr>
            <p:grpSpPr>
              <a:xfrm>
                <a:off x="4228694" y="85038"/>
                <a:ext cx="710532" cy="430858"/>
                <a:chOff x="855856" y="5986040"/>
                <a:chExt cx="710532" cy="430858"/>
              </a:xfrm>
            </p:grpSpPr>
            <p:sp>
              <p:nvSpPr>
                <p:cNvPr id="105" name="CuadroTexto 104">
                  <a:extLst>
                    <a:ext uri="{FF2B5EF4-FFF2-40B4-BE49-F238E27FC236}">
                      <a16:creationId xmlns:a16="http://schemas.microsoft.com/office/drawing/2014/main" id="{B322D246-9EC8-57DF-DC52-A759EDC0379E}"/>
                    </a:ext>
                  </a:extLst>
                </p:cNvPr>
                <p:cNvSpPr txBox="1"/>
                <p:nvPr/>
              </p:nvSpPr>
              <p:spPr>
                <a:xfrm>
                  <a:off x="855856" y="5986042"/>
                  <a:ext cx="308291" cy="430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s-ES" sz="3600" dirty="0">
                      <a:latin typeface="Audiowide" panose="02000503000000020004" pitchFamily="2" charset="0"/>
                    </a:rPr>
                    <a:t>-</a:t>
                  </a:r>
                  <a:endParaRPr lang="es-ES" sz="3600" dirty="0"/>
                </a:p>
              </p:txBody>
            </p:sp>
            <p:sp>
              <p:nvSpPr>
                <p:cNvPr id="106" name="CuadroTexto 105">
                  <a:extLst>
                    <a:ext uri="{FF2B5EF4-FFF2-40B4-BE49-F238E27FC236}">
                      <a16:creationId xmlns:a16="http://schemas.microsoft.com/office/drawing/2014/main" id="{9E6AAF3A-35FE-131F-868A-E7893B57174A}"/>
                    </a:ext>
                  </a:extLst>
                </p:cNvPr>
                <p:cNvSpPr txBox="1"/>
                <p:nvPr/>
              </p:nvSpPr>
              <p:spPr>
                <a:xfrm>
                  <a:off x="1258097" y="5986040"/>
                  <a:ext cx="308291" cy="430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s-ES" sz="3600" dirty="0">
                      <a:latin typeface="Audiowide" panose="02000503000000020004" pitchFamily="2" charset="0"/>
                    </a:rPr>
                    <a:t>+</a:t>
                  </a:r>
                  <a:endParaRPr lang="es-ES" sz="3600" dirty="0"/>
                </a:p>
              </p:txBody>
            </p:sp>
          </p:grpSp>
        </p:grpSp>
        <p:sp>
          <p:nvSpPr>
            <p:cNvPr id="100" name="CuadroTexto 99">
              <a:extLst>
                <a:ext uri="{FF2B5EF4-FFF2-40B4-BE49-F238E27FC236}">
                  <a16:creationId xmlns:a16="http://schemas.microsoft.com/office/drawing/2014/main" id="{B38B027C-AC71-63FA-33C9-629359D4A255}"/>
                </a:ext>
              </a:extLst>
            </p:cNvPr>
            <p:cNvSpPr txBox="1"/>
            <p:nvPr/>
          </p:nvSpPr>
          <p:spPr>
            <a:xfrm rot="10800000">
              <a:off x="4064655" y="594327"/>
              <a:ext cx="308291" cy="4308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sz="3600" dirty="0">
                  <a:latin typeface="Audiowide" panose="02000503000000020004" pitchFamily="2" charset="0"/>
                </a:rPr>
                <a:t>-</a:t>
              </a:r>
              <a:endParaRPr lang="es-ES" sz="3600" dirty="0"/>
            </a:p>
          </p:txBody>
        </p:sp>
        <p:sp>
          <p:nvSpPr>
            <p:cNvPr id="101" name="CuadroTexto 100">
              <a:extLst>
                <a:ext uri="{FF2B5EF4-FFF2-40B4-BE49-F238E27FC236}">
                  <a16:creationId xmlns:a16="http://schemas.microsoft.com/office/drawing/2014/main" id="{4EB02C2A-9EFC-6FFF-EF8E-257146978259}"/>
                </a:ext>
              </a:extLst>
            </p:cNvPr>
            <p:cNvSpPr txBox="1"/>
            <p:nvPr/>
          </p:nvSpPr>
          <p:spPr>
            <a:xfrm rot="10800000">
              <a:off x="3630470" y="594328"/>
              <a:ext cx="308291" cy="4308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sz="3600" dirty="0">
                  <a:latin typeface="Audiowide" panose="02000503000000020004" pitchFamily="2" charset="0"/>
                </a:rPr>
                <a:t>+</a:t>
              </a:r>
              <a:endParaRPr lang="es-ES" sz="3600" dirty="0"/>
            </a:p>
          </p:txBody>
        </p:sp>
      </p:grpSp>
      <p:grpSp>
        <p:nvGrpSpPr>
          <p:cNvPr id="115" name="Grupo 114">
            <a:extLst>
              <a:ext uri="{FF2B5EF4-FFF2-40B4-BE49-F238E27FC236}">
                <a16:creationId xmlns:a16="http://schemas.microsoft.com/office/drawing/2014/main" id="{1375E45B-4C2D-3962-96A8-89388374E86D}"/>
              </a:ext>
            </a:extLst>
          </p:cNvPr>
          <p:cNvGrpSpPr/>
          <p:nvPr/>
        </p:nvGrpSpPr>
        <p:grpSpPr>
          <a:xfrm>
            <a:off x="1436037" y="1710118"/>
            <a:ext cx="5230904" cy="646333"/>
            <a:chOff x="1015794" y="589063"/>
            <a:chExt cx="3487013" cy="430858"/>
          </a:xfrm>
        </p:grpSpPr>
        <p:grpSp>
          <p:nvGrpSpPr>
            <p:cNvPr id="116" name="Grupo 115">
              <a:extLst>
                <a:ext uri="{FF2B5EF4-FFF2-40B4-BE49-F238E27FC236}">
                  <a16:creationId xmlns:a16="http://schemas.microsoft.com/office/drawing/2014/main" id="{24EEC8BE-63EE-7222-9E2B-8F1D9D4635B4}"/>
                </a:ext>
              </a:extLst>
            </p:cNvPr>
            <p:cNvGrpSpPr/>
            <p:nvPr/>
          </p:nvGrpSpPr>
          <p:grpSpPr>
            <a:xfrm rot="10800000">
              <a:off x="1015794" y="589064"/>
              <a:ext cx="2618374" cy="430857"/>
              <a:chOff x="2375716" y="79774"/>
              <a:chExt cx="2618374" cy="430857"/>
            </a:xfrm>
          </p:grpSpPr>
          <p:grpSp>
            <p:nvGrpSpPr>
              <p:cNvPr id="119" name="Grupo 118">
                <a:extLst>
                  <a:ext uri="{FF2B5EF4-FFF2-40B4-BE49-F238E27FC236}">
                    <a16:creationId xmlns:a16="http://schemas.microsoft.com/office/drawing/2014/main" id="{32FD3DFE-B440-4C2C-C604-69BF0218122B}"/>
                  </a:ext>
                </a:extLst>
              </p:cNvPr>
              <p:cNvGrpSpPr/>
              <p:nvPr/>
            </p:nvGrpSpPr>
            <p:grpSpPr>
              <a:xfrm>
                <a:off x="2375716" y="79774"/>
                <a:ext cx="892026" cy="430857"/>
                <a:chOff x="872619" y="5980776"/>
                <a:chExt cx="892026" cy="430857"/>
              </a:xfrm>
            </p:grpSpPr>
            <p:sp>
              <p:nvSpPr>
                <p:cNvPr id="126" name="CuadroTexto 125">
                  <a:extLst>
                    <a:ext uri="{FF2B5EF4-FFF2-40B4-BE49-F238E27FC236}">
                      <a16:creationId xmlns:a16="http://schemas.microsoft.com/office/drawing/2014/main" id="{ADF08BE8-5D64-64EE-CA32-A2D20220EE9F}"/>
                    </a:ext>
                  </a:extLst>
                </p:cNvPr>
                <p:cNvSpPr txBox="1"/>
                <p:nvPr/>
              </p:nvSpPr>
              <p:spPr>
                <a:xfrm>
                  <a:off x="872619" y="5980776"/>
                  <a:ext cx="308291" cy="430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s-ES" sz="3600" dirty="0">
                      <a:latin typeface="Audiowide" panose="02000503000000020004" pitchFamily="2" charset="0"/>
                    </a:rPr>
                    <a:t>-</a:t>
                  </a:r>
                  <a:endParaRPr lang="es-ES" sz="3600" dirty="0"/>
                </a:p>
              </p:txBody>
            </p:sp>
            <p:sp>
              <p:nvSpPr>
                <p:cNvPr id="127" name="CuadroTexto 126">
                  <a:extLst>
                    <a:ext uri="{FF2B5EF4-FFF2-40B4-BE49-F238E27FC236}">
                      <a16:creationId xmlns:a16="http://schemas.microsoft.com/office/drawing/2014/main" id="{07224654-130C-EF13-65B7-B607DFF242E5}"/>
                    </a:ext>
                  </a:extLst>
                </p:cNvPr>
                <p:cNvSpPr txBox="1"/>
                <p:nvPr/>
              </p:nvSpPr>
              <p:spPr>
                <a:xfrm>
                  <a:off x="1456354" y="5980777"/>
                  <a:ext cx="308291" cy="430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s-ES" sz="3600" dirty="0">
                      <a:latin typeface="Audiowide" panose="02000503000000020004" pitchFamily="2" charset="0"/>
                    </a:rPr>
                    <a:t>+</a:t>
                  </a:r>
                  <a:endParaRPr lang="es-ES" sz="3600" dirty="0"/>
                </a:p>
              </p:txBody>
            </p:sp>
          </p:grpSp>
          <p:grpSp>
            <p:nvGrpSpPr>
              <p:cNvPr id="120" name="Grupo 119">
                <a:extLst>
                  <a:ext uri="{FF2B5EF4-FFF2-40B4-BE49-F238E27FC236}">
                    <a16:creationId xmlns:a16="http://schemas.microsoft.com/office/drawing/2014/main" id="{D53895CC-E854-5E61-9527-EB85D94892D9}"/>
                  </a:ext>
                </a:extLst>
              </p:cNvPr>
              <p:cNvGrpSpPr/>
              <p:nvPr/>
            </p:nvGrpSpPr>
            <p:grpSpPr>
              <a:xfrm>
                <a:off x="3241084" y="79775"/>
                <a:ext cx="895260" cy="430856"/>
                <a:chOff x="803117" y="5980777"/>
                <a:chExt cx="895260" cy="430856"/>
              </a:xfrm>
            </p:grpSpPr>
            <p:sp>
              <p:nvSpPr>
                <p:cNvPr id="124" name="CuadroTexto 123">
                  <a:extLst>
                    <a:ext uri="{FF2B5EF4-FFF2-40B4-BE49-F238E27FC236}">
                      <a16:creationId xmlns:a16="http://schemas.microsoft.com/office/drawing/2014/main" id="{315D94B2-1717-1FFD-0C87-C98904FD7ECD}"/>
                    </a:ext>
                  </a:extLst>
                </p:cNvPr>
                <p:cNvSpPr txBox="1"/>
                <p:nvPr/>
              </p:nvSpPr>
              <p:spPr>
                <a:xfrm>
                  <a:off x="803117" y="5980777"/>
                  <a:ext cx="308291" cy="430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s-ES" sz="3600" dirty="0">
                      <a:latin typeface="Audiowide" panose="02000503000000020004" pitchFamily="2" charset="0"/>
                    </a:rPr>
                    <a:t>-</a:t>
                  </a:r>
                  <a:endParaRPr lang="es-ES" sz="3600" dirty="0"/>
                </a:p>
              </p:txBody>
            </p:sp>
            <p:sp>
              <p:nvSpPr>
                <p:cNvPr id="125" name="CuadroTexto 124">
                  <a:extLst>
                    <a:ext uri="{FF2B5EF4-FFF2-40B4-BE49-F238E27FC236}">
                      <a16:creationId xmlns:a16="http://schemas.microsoft.com/office/drawing/2014/main" id="{C088B9AB-7AB9-507A-2F44-3A8B6D041F1F}"/>
                    </a:ext>
                  </a:extLst>
                </p:cNvPr>
                <p:cNvSpPr txBox="1"/>
                <p:nvPr/>
              </p:nvSpPr>
              <p:spPr>
                <a:xfrm>
                  <a:off x="1390086" y="5980777"/>
                  <a:ext cx="308291" cy="430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s-ES" sz="3600" dirty="0">
                      <a:latin typeface="Audiowide" panose="02000503000000020004" pitchFamily="2" charset="0"/>
                    </a:rPr>
                    <a:t>+</a:t>
                  </a:r>
                  <a:endParaRPr lang="es-ES" sz="3600" dirty="0"/>
                </a:p>
              </p:txBody>
            </p:sp>
          </p:grpSp>
          <p:grpSp>
            <p:nvGrpSpPr>
              <p:cNvPr id="121" name="Grupo 120">
                <a:extLst>
                  <a:ext uri="{FF2B5EF4-FFF2-40B4-BE49-F238E27FC236}">
                    <a16:creationId xmlns:a16="http://schemas.microsoft.com/office/drawing/2014/main" id="{353DB533-9279-C19E-A7F2-9A8C50319720}"/>
                  </a:ext>
                </a:extLst>
              </p:cNvPr>
              <p:cNvGrpSpPr/>
              <p:nvPr/>
            </p:nvGrpSpPr>
            <p:grpSpPr>
              <a:xfrm>
                <a:off x="4098833" y="79775"/>
                <a:ext cx="895257" cy="430856"/>
                <a:chOff x="725995" y="5980777"/>
                <a:chExt cx="895257" cy="430856"/>
              </a:xfrm>
            </p:grpSpPr>
            <p:sp>
              <p:nvSpPr>
                <p:cNvPr id="122" name="CuadroTexto 121">
                  <a:extLst>
                    <a:ext uri="{FF2B5EF4-FFF2-40B4-BE49-F238E27FC236}">
                      <a16:creationId xmlns:a16="http://schemas.microsoft.com/office/drawing/2014/main" id="{BF73AC43-EFE4-BFD9-C285-BD78E4296C3F}"/>
                    </a:ext>
                  </a:extLst>
                </p:cNvPr>
                <p:cNvSpPr txBox="1"/>
                <p:nvPr/>
              </p:nvSpPr>
              <p:spPr>
                <a:xfrm>
                  <a:off x="725995" y="5980777"/>
                  <a:ext cx="308291" cy="430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s-ES" sz="3600" dirty="0">
                      <a:latin typeface="Audiowide" panose="02000503000000020004" pitchFamily="2" charset="0"/>
                    </a:rPr>
                    <a:t>-</a:t>
                  </a:r>
                  <a:endParaRPr lang="es-ES" sz="3600" dirty="0"/>
                </a:p>
              </p:txBody>
            </p:sp>
            <p:sp>
              <p:nvSpPr>
                <p:cNvPr id="123" name="CuadroTexto 122">
                  <a:extLst>
                    <a:ext uri="{FF2B5EF4-FFF2-40B4-BE49-F238E27FC236}">
                      <a16:creationId xmlns:a16="http://schemas.microsoft.com/office/drawing/2014/main" id="{4B2B0FFB-6667-755F-2418-E51C52592C85}"/>
                    </a:ext>
                  </a:extLst>
                </p:cNvPr>
                <p:cNvSpPr txBox="1"/>
                <p:nvPr/>
              </p:nvSpPr>
              <p:spPr>
                <a:xfrm>
                  <a:off x="1312961" y="5980777"/>
                  <a:ext cx="308291" cy="4308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s-ES" sz="3600" dirty="0">
                      <a:latin typeface="Audiowide" panose="02000503000000020004" pitchFamily="2" charset="0"/>
                    </a:rPr>
                    <a:t>+</a:t>
                  </a:r>
                  <a:endParaRPr lang="es-ES" sz="3600" dirty="0"/>
                </a:p>
              </p:txBody>
            </p:sp>
          </p:grpSp>
        </p:grpSp>
        <p:sp>
          <p:nvSpPr>
            <p:cNvPr id="117" name="CuadroTexto 116">
              <a:extLst>
                <a:ext uri="{FF2B5EF4-FFF2-40B4-BE49-F238E27FC236}">
                  <a16:creationId xmlns:a16="http://schemas.microsoft.com/office/drawing/2014/main" id="{09104AA7-3CC1-1F09-6659-E6DF4B218857}"/>
                </a:ext>
              </a:extLst>
            </p:cNvPr>
            <p:cNvSpPr txBox="1"/>
            <p:nvPr/>
          </p:nvSpPr>
          <p:spPr>
            <a:xfrm rot="10800000">
              <a:off x="4194516" y="589063"/>
              <a:ext cx="308291" cy="4308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sz="3600" dirty="0">
                  <a:latin typeface="Audiowide" panose="02000503000000020004" pitchFamily="2" charset="0"/>
                </a:rPr>
                <a:t>-</a:t>
              </a:r>
              <a:endParaRPr lang="es-ES" sz="3600" dirty="0"/>
            </a:p>
          </p:txBody>
        </p:sp>
        <p:sp>
          <p:nvSpPr>
            <p:cNvPr id="118" name="CuadroTexto 117">
              <a:extLst>
                <a:ext uri="{FF2B5EF4-FFF2-40B4-BE49-F238E27FC236}">
                  <a16:creationId xmlns:a16="http://schemas.microsoft.com/office/drawing/2014/main" id="{C610EDA2-9852-2B86-F134-2EBEC54424AA}"/>
                </a:ext>
              </a:extLst>
            </p:cNvPr>
            <p:cNvSpPr txBox="1"/>
            <p:nvPr/>
          </p:nvSpPr>
          <p:spPr>
            <a:xfrm rot="10800000">
              <a:off x="3621096" y="589064"/>
              <a:ext cx="308291" cy="4308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sz="3600" dirty="0">
                  <a:latin typeface="Audiowide" panose="02000503000000020004" pitchFamily="2" charset="0"/>
                </a:rPr>
                <a:t>+</a:t>
              </a:r>
              <a:endParaRPr lang="es-ES" sz="3600" dirty="0"/>
            </a:p>
          </p:txBody>
        </p:sp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F03DE6CD-1C64-7CAA-8F9A-2A88DFF66E83}"/>
              </a:ext>
            </a:extLst>
          </p:cNvPr>
          <p:cNvGrpSpPr/>
          <p:nvPr/>
        </p:nvGrpSpPr>
        <p:grpSpPr>
          <a:xfrm>
            <a:off x="7408613" y="650128"/>
            <a:ext cx="278452" cy="928502"/>
            <a:chOff x="-1557046" y="-169652"/>
            <a:chExt cx="185621" cy="523130"/>
          </a:xfrm>
        </p:grpSpPr>
        <p:sp>
          <p:nvSpPr>
            <p:cNvPr id="8" name="Rectángulo: esquinas redondeadas 7">
              <a:extLst>
                <a:ext uri="{FF2B5EF4-FFF2-40B4-BE49-F238E27FC236}">
                  <a16:creationId xmlns:a16="http://schemas.microsoft.com/office/drawing/2014/main" id="{4740EE84-2F19-B67A-56E2-7A73E0BA77BB}"/>
                </a:ext>
              </a:extLst>
            </p:cNvPr>
            <p:cNvSpPr/>
            <p:nvPr/>
          </p:nvSpPr>
          <p:spPr>
            <a:xfrm>
              <a:off x="-1545169" y="-169652"/>
              <a:ext cx="173744" cy="52313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ES" sz="4050" dirty="0"/>
            </a:p>
          </p:txBody>
        </p: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0F81514E-EBB6-CE19-588C-9BAE030188D0}"/>
                </a:ext>
              </a:extLst>
            </p:cNvPr>
            <p:cNvGrpSpPr/>
            <p:nvPr/>
          </p:nvGrpSpPr>
          <p:grpSpPr>
            <a:xfrm>
              <a:off x="-1557046" y="-153712"/>
              <a:ext cx="183941" cy="465089"/>
              <a:chOff x="4660" y="2458514"/>
              <a:chExt cx="165629" cy="371303"/>
            </a:xfrm>
          </p:grpSpPr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822581E3-AA1F-E162-5149-3AD5F8EF869B}"/>
                  </a:ext>
                </a:extLst>
              </p:cNvPr>
              <p:cNvSpPr txBox="1"/>
              <p:nvPr/>
            </p:nvSpPr>
            <p:spPr>
              <a:xfrm>
                <a:off x="7721" y="2619612"/>
                <a:ext cx="162568" cy="83063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lang="es-ES" sz="1200" dirty="0">
                    <a:solidFill>
                      <a:schemeClr val="bg1"/>
                    </a:solidFill>
                    <a:latin typeface="Audiowide" panose="02000503000000020004" pitchFamily="2" charset="0"/>
                  </a:rPr>
                  <a:t>25</a:t>
                </a:r>
              </a:p>
            </p:txBody>
          </p:sp>
          <p:sp>
            <p:nvSpPr>
              <p:cNvPr id="11" name="Rectángulo: esquinas redondeadas 10">
                <a:extLst>
                  <a:ext uri="{FF2B5EF4-FFF2-40B4-BE49-F238E27FC236}">
                    <a16:creationId xmlns:a16="http://schemas.microsoft.com/office/drawing/2014/main" id="{5CD32B24-A17A-A592-B77B-8AAD71CE212D}"/>
                  </a:ext>
                </a:extLst>
              </p:cNvPr>
              <p:cNvSpPr/>
              <p:nvPr/>
            </p:nvSpPr>
            <p:spPr>
              <a:xfrm>
                <a:off x="22683" y="2458514"/>
                <a:ext cx="128527" cy="95500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s-ES" sz="1575" b="1" dirty="0">
                    <a:solidFill>
                      <a:schemeClr val="tx1"/>
                    </a:solidFill>
                    <a:latin typeface="Audiowide" panose="02000503000000020004" pitchFamily="2" charset="0"/>
                  </a:rPr>
                  <a:t>-</a:t>
                </a:r>
              </a:p>
            </p:txBody>
          </p:sp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B3C87BBE-751C-7BB7-02DE-8DABEDD96FC3}"/>
                  </a:ext>
                </a:extLst>
              </p:cNvPr>
              <p:cNvSpPr txBox="1"/>
              <p:nvPr/>
            </p:nvSpPr>
            <p:spPr>
              <a:xfrm>
                <a:off x="4660" y="2746754"/>
                <a:ext cx="162568" cy="83063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lang="es-ES" sz="1200" dirty="0">
                    <a:solidFill>
                      <a:schemeClr val="bg1"/>
                    </a:solidFill>
                    <a:latin typeface="Audiowide" panose="02000503000000020004" pitchFamily="2" charset="0"/>
                  </a:rPr>
                  <a:t>5</a:t>
                </a:r>
              </a:p>
            </p:txBody>
          </p:sp>
        </p:grp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802C5BC8-DB5E-A237-20E3-AE657C5F7D16}"/>
              </a:ext>
            </a:extLst>
          </p:cNvPr>
          <p:cNvGrpSpPr/>
          <p:nvPr/>
        </p:nvGrpSpPr>
        <p:grpSpPr>
          <a:xfrm>
            <a:off x="7979460" y="650128"/>
            <a:ext cx="278452" cy="928502"/>
            <a:chOff x="-1557046" y="-169652"/>
            <a:chExt cx="185621" cy="523130"/>
          </a:xfrm>
        </p:grpSpPr>
        <p:sp>
          <p:nvSpPr>
            <p:cNvPr id="14" name="Rectángulo: esquinas redondeadas 13">
              <a:extLst>
                <a:ext uri="{FF2B5EF4-FFF2-40B4-BE49-F238E27FC236}">
                  <a16:creationId xmlns:a16="http://schemas.microsoft.com/office/drawing/2014/main" id="{0482C285-30AC-BD99-868D-1704B080D5F7}"/>
                </a:ext>
              </a:extLst>
            </p:cNvPr>
            <p:cNvSpPr/>
            <p:nvPr/>
          </p:nvSpPr>
          <p:spPr>
            <a:xfrm>
              <a:off x="-1545169" y="-169652"/>
              <a:ext cx="173744" cy="52313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ES" sz="4050" dirty="0"/>
            </a:p>
          </p:txBody>
        </p:sp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79CB22E9-28CE-24D8-567D-1F268AF929FA}"/>
                </a:ext>
              </a:extLst>
            </p:cNvPr>
            <p:cNvGrpSpPr/>
            <p:nvPr/>
          </p:nvGrpSpPr>
          <p:grpSpPr>
            <a:xfrm>
              <a:off x="-1557046" y="-153712"/>
              <a:ext cx="183941" cy="465089"/>
              <a:chOff x="4660" y="2458514"/>
              <a:chExt cx="165629" cy="371303"/>
            </a:xfrm>
          </p:grpSpPr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C799838A-E817-7CBC-F983-E4462F59AF51}"/>
                  </a:ext>
                </a:extLst>
              </p:cNvPr>
              <p:cNvSpPr txBox="1"/>
              <p:nvPr/>
            </p:nvSpPr>
            <p:spPr>
              <a:xfrm>
                <a:off x="7721" y="2619612"/>
                <a:ext cx="162568" cy="83063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lang="es-ES" sz="1200" dirty="0">
                    <a:solidFill>
                      <a:schemeClr val="bg1"/>
                    </a:solidFill>
                    <a:latin typeface="Audiowide" panose="02000503000000020004" pitchFamily="2" charset="0"/>
                  </a:rPr>
                  <a:t>26</a:t>
                </a:r>
              </a:p>
            </p:txBody>
          </p:sp>
          <p:sp>
            <p:nvSpPr>
              <p:cNvPr id="18" name="Rectángulo: esquinas redondeadas 17">
                <a:extLst>
                  <a:ext uri="{FF2B5EF4-FFF2-40B4-BE49-F238E27FC236}">
                    <a16:creationId xmlns:a16="http://schemas.microsoft.com/office/drawing/2014/main" id="{574031F9-93F6-0639-BE1D-2FB09EC71510}"/>
                  </a:ext>
                </a:extLst>
              </p:cNvPr>
              <p:cNvSpPr/>
              <p:nvPr/>
            </p:nvSpPr>
            <p:spPr>
              <a:xfrm>
                <a:off x="22683" y="2458514"/>
                <a:ext cx="128527" cy="95500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s-ES" sz="1575" b="1" dirty="0">
                    <a:solidFill>
                      <a:schemeClr val="tx1"/>
                    </a:solidFill>
                    <a:latin typeface="Audiowide" panose="02000503000000020004" pitchFamily="2" charset="0"/>
                  </a:rPr>
                  <a:t>-</a:t>
                </a: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D63805A8-5B15-1DEA-10F1-C8E75980A208}"/>
                  </a:ext>
                </a:extLst>
              </p:cNvPr>
              <p:cNvSpPr txBox="1"/>
              <p:nvPr/>
            </p:nvSpPr>
            <p:spPr>
              <a:xfrm>
                <a:off x="4660" y="2746754"/>
                <a:ext cx="162568" cy="83063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lang="es-ES" sz="1200" dirty="0">
                    <a:solidFill>
                      <a:schemeClr val="bg1"/>
                    </a:solidFill>
                    <a:latin typeface="Audiowide" panose="02000503000000020004" pitchFamily="2" charset="0"/>
                  </a:rPr>
                  <a:t>14</a:t>
                </a:r>
              </a:p>
            </p:txBody>
          </p:sp>
        </p:grpSp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9D417B4A-7F27-7AA3-280C-EA842D0A768D}"/>
              </a:ext>
            </a:extLst>
          </p:cNvPr>
          <p:cNvGrpSpPr/>
          <p:nvPr/>
        </p:nvGrpSpPr>
        <p:grpSpPr>
          <a:xfrm>
            <a:off x="8567272" y="650128"/>
            <a:ext cx="278452" cy="928502"/>
            <a:chOff x="-1557046" y="-169652"/>
            <a:chExt cx="185621" cy="523130"/>
          </a:xfrm>
        </p:grpSpPr>
        <p:sp>
          <p:nvSpPr>
            <p:cNvPr id="21" name="Rectángulo: esquinas redondeadas 20">
              <a:extLst>
                <a:ext uri="{FF2B5EF4-FFF2-40B4-BE49-F238E27FC236}">
                  <a16:creationId xmlns:a16="http://schemas.microsoft.com/office/drawing/2014/main" id="{482C77D1-5F33-D82C-B9C0-4D030914BE81}"/>
                </a:ext>
              </a:extLst>
            </p:cNvPr>
            <p:cNvSpPr/>
            <p:nvPr/>
          </p:nvSpPr>
          <p:spPr>
            <a:xfrm>
              <a:off x="-1545169" y="-169652"/>
              <a:ext cx="173744" cy="52313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ES" sz="4050" dirty="0"/>
            </a:p>
          </p:txBody>
        </p:sp>
        <p:grpSp>
          <p:nvGrpSpPr>
            <p:cNvPr id="22" name="Grupo 21">
              <a:extLst>
                <a:ext uri="{FF2B5EF4-FFF2-40B4-BE49-F238E27FC236}">
                  <a16:creationId xmlns:a16="http://schemas.microsoft.com/office/drawing/2014/main" id="{A9F0B97D-4757-F300-BE06-7586D0C7D839}"/>
                </a:ext>
              </a:extLst>
            </p:cNvPr>
            <p:cNvGrpSpPr/>
            <p:nvPr/>
          </p:nvGrpSpPr>
          <p:grpSpPr>
            <a:xfrm>
              <a:off x="-1557046" y="-153712"/>
              <a:ext cx="183941" cy="465089"/>
              <a:chOff x="4660" y="2458514"/>
              <a:chExt cx="165629" cy="371303"/>
            </a:xfrm>
          </p:grpSpPr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AC9FAC7B-31FC-EEED-E774-92842B19427E}"/>
                  </a:ext>
                </a:extLst>
              </p:cNvPr>
              <p:cNvSpPr txBox="1"/>
              <p:nvPr/>
            </p:nvSpPr>
            <p:spPr>
              <a:xfrm>
                <a:off x="7721" y="2619612"/>
                <a:ext cx="162568" cy="83063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lang="es-ES" sz="1200" dirty="0">
                    <a:solidFill>
                      <a:schemeClr val="bg1"/>
                    </a:solidFill>
                    <a:latin typeface="Audiowide" panose="02000503000000020004" pitchFamily="2" charset="0"/>
                  </a:rPr>
                  <a:t>27</a:t>
                </a:r>
              </a:p>
            </p:txBody>
          </p:sp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3C236FF5-807C-B28B-5C76-F647BB01D87A}"/>
                  </a:ext>
                </a:extLst>
              </p:cNvPr>
              <p:cNvSpPr/>
              <p:nvPr/>
            </p:nvSpPr>
            <p:spPr>
              <a:xfrm>
                <a:off x="22683" y="2458514"/>
                <a:ext cx="128527" cy="95500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s-ES" sz="1575" b="1" dirty="0">
                    <a:solidFill>
                      <a:schemeClr val="tx1"/>
                    </a:solidFill>
                    <a:latin typeface="Audiowide" panose="02000503000000020004" pitchFamily="2" charset="0"/>
                  </a:rPr>
                  <a:t>-</a:t>
                </a:r>
              </a:p>
            </p:txBody>
          </p:sp>
          <p:sp>
            <p:nvSpPr>
              <p:cNvPr id="26" name="CuadroTexto 25">
                <a:extLst>
                  <a:ext uri="{FF2B5EF4-FFF2-40B4-BE49-F238E27FC236}">
                    <a16:creationId xmlns:a16="http://schemas.microsoft.com/office/drawing/2014/main" id="{7FE8C335-D8A7-3657-2E4C-FD4912581F91}"/>
                  </a:ext>
                </a:extLst>
              </p:cNvPr>
              <p:cNvSpPr txBox="1"/>
              <p:nvPr/>
            </p:nvSpPr>
            <p:spPr>
              <a:xfrm>
                <a:off x="4660" y="2746754"/>
                <a:ext cx="162568" cy="83063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:r>
                  <a:rPr lang="es-ES" sz="1200" dirty="0">
                    <a:solidFill>
                      <a:schemeClr val="bg1"/>
                    </a:solidFill>
                    <a:latin typeface="Audiowide" panose="02000503000000020004" pitchFamily="2" charset="0"/>
                  </a:rPr>
                  <a:t>15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752416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n 25">
            <a:extLst>
              <a:ext uri="{FF2B5EF4-FFF2-40B4-BE49-F238E27FC236}">
                <a16:creationId xmlns:a16="http://schemas.microsoft.com/office/drawing/2014/main" id="{5E0A0E45-F991-C930-3D4E-341D64C9FC1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14271" y="625193"/>
            <a:ext cx="10814034" cy="10174570"/>
          </a:xfrm>
          <a:prstGeom prst="rect">
            <a:avLst/>
          </a:prstGeom>
        </p:spPr>
      </p:pic>
      <p:pic>
        <p:nvPicPr>
          <p:cNvPr id="16" name="Picture 6" descr="Umweltrichtlinien">
            <a:extLst>
              <a:ext uri="{FF2B5EF4-FFF2-40B4-BE49-F238E27FC236}">
                <a16:creationId xmlns:a16="http://schemas.microsoft.com/office/drawing/2014/main" id="{53EF9871-892C-4623-8770-C42E493BAC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1499" y="9666545"/>
            <a:ext cx="1700786" cy="92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1ABFE2CA-8C9A-E134-E344-3BF1A85150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1336" y="6542225"/>
            <a:ext cx="2041113" cy="2901442"/>
          </a:xfrm>
          <a:prstGeom prst="rect">
            <a:avLst/>
          </a:prstGeom>
        </p:spPr>
      </p:pic>
      <p:grpSp>
        <p:nvGrpSpPr>
          <p:cNvPr id="19" name="Grupo 18">
            <a:extLst>
              <a:ext uri="{FF2B5EF4-FFF2-40B4-BE49-F238E27FC236}">
                <a16:creationId xmlns:a16="http://schemas.microsoft.com/office/drawing/2014/main" id="{ECA5615A-9D24-586C-77EC-C8223270A015}"/>
              </a:ext>
            </a:extLst>
          </p:cNvPr>
          <p:cNvGrpSpPr/>
          <p:nvPr/>
        </p:nvGrpSpPr>
        <p:grpSpPr>
          <a:xfrm>
            <a:off x="270561" y="1940414"/>
            <a:ext cx="6656904" cy="2585579"/>
            <a:chOff x="3713961" y="815977"/>
            <a:chExt cx="1683889" cy="654032"/>
          </a:xfrm>
        </p:grpSpPr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C8C0AB1E-79A3-A525-8C89-FD5A0F0F19C2}"/>
                </a:ext>
              </a:extLst>
            </p:cNvPr>
            <p:cNvSpPr txBox="1"/>
            <p:nvPr/>
          </p:nvSpPr>
          <p:spPr>
            <a:xfrm>
              <a:off x="3713961" y="815977"/>
              <a:ext cx="1267423" cy="6540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8101" dirty="0">
                  <a:latin typeface="Audiowide" panose="02000503000000020004" pitchFamily="2" charset="0"/>
                </a:rPr>
                <a:t>Smart Garden</a:t>
              </a:r>
            </a:p>
          </p:txBody>
        </p:sp>
        <p:pic>
          <p:nvPicPr>
            <p:cNvPr id="21" name="Picture 30" descr="Free Icon | Watering can with water drops">
              <a:extLst>
                <a:ext uri="{FF2B5EF4-FFF2-40B4-BE49-F238E27FC236}">
                  <a16:creationId xmlns:a16="http://schemas.microsoft.com/office/drawing/2014/main" id="{7B1BEEE0-33CE-AB18-2E9D-CE013B2B73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01351" y="929113"/>
              <a:ext cx="396499" cy="3964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2" name="Picture 32" descr="Internet and WiFi - Bibliothèques de Martigues">
              <a:extLst>
                <a:ext uri="{FF2B5EF4-FFF2-40B4-BE49-F238E27FC236}">
                  <a16:creationId xmlns:a16="http://schemas.microsoft.com/office/drawing/2014/main" id="{F8D1CCA9-C6A9-01C9-65FA-A610C2EFE31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604738">
              <a:off x="4909541" y="1200610"/>
              <a:ext cx="295997" cy="2566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5" name="Imagen 24">
            <a:extLst>
              <a:ext uri="{FF2B5EF4-FFF2-40B4-BE49-F238E27FC236}">
                <a16:creationId xmlns:a16="http://schemas.microsoft.com/office/drawing/2014/main" id="{215CDFD1-CC31-4157-A1F1-7CE08B30E5A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84" y="1982241"/>
            <a:ext cx="2501924" cy="2501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425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6" descr="Umweltrichtlinien">
            <a:extLst>
              <a:ext uri="{FF2B5EF4-FFF2-40B4-BE49-F238E27FC236}">
                <a16:creationId xmlns:a16="http://schemas.microsoft.com/office/drawing/2014/main" id="{53EF9871-892C-4623-8770-C42E493BAC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1499" y="9666545"/>
            <a:ext cx="1700786" cy="92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1ABFE2CA-8C9A-E134-E344-3BF1A85150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1336" y="6542225"/>
            <a:ext cx="2041113" cy="2901442"/>
          </a:xfrm>
          <a:prstGeom prst="rect">
            <a:avLst/>
          </a:prstGeom>
        </p:spPr>
      </p:pic>
      <p:grpSp>
        <p:nvGrpSpPr>
          <p:cNvPr id="19" name="Grupo 18">
            <a:extLst>
              <a:ext uri="{FF2B5EF4-FFF2-40B4-BE49-F238E27FC236}">
                <a16:creationId xmlns:a16="http://schemas.microsoft.com/office/drawing/2014/main" id="{ECA5615A-9D24-586C-77EC-C8223270A015}"/>
              </a:ext>
            </a:extLst>
          </p:cNvPr>
          <p:cNvGrpSpPr/>
          <p:nvPr/>
        </p:nvGrpSpPr>
        <p:grpSpPr>
          <a:xfrm>
            <a:off x="270561" y="1940414"/>
            <a:ext cx="6656904" cy="2585579"/>
            <a:chOff x="3713961" y="815977"/>
            <a:chExt cx="1683889" cy="654032"/>
          </a:xfrm>
        </p:grpSpPr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C8C0AB1E-79A3-A525-8C89-FD5A0F0F19C2}"/>
                </a:ext>
              </a:extLst>
            </p:cNvPr>
            <p:cNvSpPr txBox="1"/>
            <p:nvPr/>
          </p:nvSpPr>
          <p:spPr>
            <a:xfrm>
              <a:off x="3713961" y="815977"/>
              <a:ext cx="1267423" cy="6540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8101" dirty="0">
                  <a:latin typeface="Audiowide" panose="02000503000000020004" pitchFamily="2" charset="0"/>
                </a:rPr>
                <a:t>Smart Garden</a:t>
              </a:r>
            </a:p>
          </p:txBody>
        </p:sp>
        <p:pic>
          <p:nvPicPr>
            <p:cNvPr id="21" name="Picture 30" descr="Free Icon | Watering can with water drops">
              <a:extLst>
                <a:ext uri="{FF2B5EF4-FFF2-40B4-BE49-F238E27FC236}">
                  <a16:creationId xmlns:a16="http://schemas.microsoft.com/office/drawing/2014/main" id="{7B1BEEE0-33CE-AB18-2E9D-CE013B2B73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01351" y="929113"/>
              <a:ext cx="396499" cy="3964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2" name="Picture 32" descr="Internet and WiFi - Bibliothèques de Martigues">
              <a:extLst>
                <a:ext uri="{FF2B5EF4-FFF2-40B4-BE49-F238E27FC236}">
                  <a16:creationId xmlns:a16="http://schemas.microsoft.com/office/drawing/2014/main" id="{F8D1CCA9-C6A9-01C9-65FA-A610C2EFE31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604738">
              <a:off x="4909541" y="1200610"/>
              <a:ext cx="295997" cy="2566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5" name="Imagen 24">
            <a:extLst>
              <a:ext uri="{FF2B5EF4-FFF2-40B4-BE49-F238E27FC236}">
                <a16:creationId xmlns:a16="http://schemas.microsoft.com/office/drawing/2014/main" id="{215CDFD1-CC31-4157-A1F1-7CE08B30E5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84" y="1982241"/>
            <a:ext cx="2501924" cy="2501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264839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24390</TotalTime>
  <Words>134</Words>
  <Application>Microsoft Office PowerPoint</Application>
  <PresentationFormat>Personalizado</PresentationFormat>
  <Paragraphs>120</Paragraphs>
  <Slides>5</Slides>
  <Notes>0</Notes>
  <HiddenSlides>0</HiddenSlides>
  <MMClips>0</MMClips>
  <ScaleCrop>false</ScaleCrop>
  <HeadingPairs>
    <vt:vector size="8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1" baseType="lpstr">
      <vt:lpstr>Arial</vt:lpstr>
      <vt:lpstr>Audiowide</vt:lpstr>
      <vt:lpstr>Calibri</vt:lpstr>
      <vt:lpstr>Calibri Light</vt:lpstr>
      <vt:lpstr>Tema de Office</vt:lpstr>
      <vt:lpstr>Hoja de cálculo de Microsoft Excel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Jon Garcia Aguado</dc:creator>
  <cp:lastModifiedBy>Jon Garcia Aguado</cp:lastModifiedBy>
  <cp:revision>50</cp:revision>
  <dcterms:created xsi:type="dcterms:W3CDTF">2020-10-03T08:25:02Z</dcterms:created>
  <dcterms:modified xsi:type="dcterms:W3CDTF">2022-09-28T19:25:59Z</dcterms:modified>
</cp:coreProperties>
</file>