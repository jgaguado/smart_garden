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63" r:id="rId4"/>
    <p:sldId id="260" r:id="rId5"/>
    <p:sldId id="262" r:id="rId6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>
        <p:scale>
          <a:sx n="125" d="100"/>
          <a:sy n="125" d="100"/>
        </p:scale>
        <p:origin x="10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52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90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948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170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074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45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339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07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51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9234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16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9F38B-51E1-4C90-A834-FCA36791B729}" type="datetimeFigureOut">
              <a:rPr lang="es-ES" smtClean="0"/>
              <a:t>21/08/2022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39D0-CD63-40CC-AA44-B0416299C7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739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F0B9974-61A2-4C32-B1B3-F1A5E93F1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998296"/>
              </p:ext>
            </p:extLst>
          </p:nvPr>
        </p:nvGraphicFramePr>
        <p:xfrm>
          <a:off x="785813" y="1976438"/>
          <a:ext cx="5629275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29218" imgH="3248059" progId="Excel.Sheet.12">
                  <p:embed/>
                </p:oleObj>
              </mc:Choice>
              <mc:Fallback>
                <p:oleObj name="Worksheet" r:id="rId2" imgW="5629218" imgH="32480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5813" y="1976438"/>
                        <a:ext cx="5629275" cy="324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463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91D1F9E-A07B-BF1D-D3DE-CCBB7D4D57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3433" y="388178"/>
            <a:ext cx="7226178" cy="6819887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4DCD4564-6B01-4CF9-A261-9D860BABEBA9}"/>
              </a:ext>
            </a:extLst>
          </p:cNvPr>
          <p:cNvSpPr txBox="1"/>
          <p:nvPr/>
        </p:nvSpPr>
        <p:spPr>
          <a:xfrm>
            <a:off x="5974185" y="6396764"/>
            <a:ext cx="707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>
                <a:latin typeface="Audiowide" panose="02000503000000020004" pitchFamily="2" charset="0"/>
              </a:rPr>
              <a:t>Power</a:t>
            </a:r>
            <a:endParaRPr lang="es-ES" sz="1000" dirty="0">
              <a:latin typeface="Audiowide" panose="02000503000000020004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D8BF122-38F0-449B-B46D-A13EF4E9D54B}"/>
              </a:ext>
            </a:extLst>
          </p:cNvPr>
          <p:cNvGrpSpPr/>
          <p:nvPr/>
        </p:nvGrpSpPr>
        <p:grpSpPr>
          <a:xfrm rot="16200000">
            <a:off x="6273492" y="5394086"/>
            <a:ext cx="850433" cy="513161"/>
            <a:chOff x="9191453" y="3085439"/>
            <a:chExt cx="1217138" cy="716971"/>
          </a:xfrm>
        </p:grpSpPr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00D77B8B-6280-451D-A554-F268F2A3FB18}"/>
                </a:ext>
              </a:extLst>
            </p:cNvPr>
            <p:cNvSpPr txBox="1"/>
            <p:nvPr/>
          </p:nvSpPr>
          <p:spPr>
            <a:xfrm rot="5400000">
              <a:off x="9050290" y="3264245"/>
              <a:ext cx="641681" cy="35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>
                  <a:latin typeface="Audiowide" panose="02000503000000020004" pitchFamily="2" charset="0"/>
                </a:rPr>
                <a:t>3V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BBD4C01B-7E62-43FE-A0FF-73792B01A6ED}"/>
                </a:ext>
              </a:extLst>
            </p:cNvPr>
            <p:cNvSpPr txBox="1"/>
            <p:nvPr/>
          </p:nvSpPr>
          <p:spPr>
            <a:xfrm rot="5400000">
              <a:off x="9296889" y="3280582"/>
              <a:ext cx="716971" cy="326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dirty="0">
                  <a:latin typeface="Audiowide" panose="02000503000000020004" pitchFamily="2" charset="0"/>
                </a:rPr>
                <a:t>GND</a:t>
              </a:r>
              <a:endParaRPr lang="es-ES" sz="700" dirty="0">
                <a:latin typeface="Audiowide" panose="02000503000000020004" pitchFamily="2" charset="0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938D566D-5102-4876-AB8E-CB12FFA38413}"/>
                </a:ext>
              </a:extLst>
            </p:cNvPr>
            <p:cNvSpPr txBox="1"/>
            <p:nvPr/>
          </p:nvSpPr>
          <p:spPr>
            <a:xfrm rot="5400000">
              <a:off x="9609990" y="3240789"/>
              <a:ext cx="641679" cy="35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 err="1">
                  <a:latin typeface="Audiowide" panose="02000503000000020004" pitchFamily="2" charset="0"/>
                </a:rPr>
                <a:t>Tx</a:t>
              </a:r>
              <a:endParaRPr lang="es-ES" sz="1050" dirty="0">
                <a:latin typeface="Audiowide" panose="02000503000000020004" pitchFamily="2" charset="0"/>
              </a:endParaRP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2E0787BC-322D-47AB-8E9E-980B34C22FB2}"/>
                </a:ext>
              </a:extLst>
            </p:cNvPr>
            <p:cNvSpPr txBox="1"/>
            <p:nvPr/>
          </p:nvSpPr>
          <p:spPr>
            <a:xfrm rot="5400000">
              <a:off x="9908072" y="3252197"/>
              <a:ext cx="641681" cy="359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 err="1">
                  <a:latin typeface="Audiowide" panose="02000503000000020004" pitchFamily="2" charset="0"/>
                </a:rPr>
                <a:t>Rx</a:t>
              </a:r>
              <a:endParaRPr lang="es-ES" sz="1050" dirty="0">
                <a:latin typeface="Audiowide" panose="02000503000000020004" pitchFamily="2" charset="0"/>
              </a:endParaRP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39C0242-52C4-4F20-9E9B-C78E063735BE}"/>
              </a:ext>
            </a:extLst>
          </p:cNvPr>
          <p:cNvSpPr txBox="1"/>
          <p:nvPr/>
        </p:nvSpPr>
        <p:spPr>
          <a:xfrm>
            <a:off x="6536824" y="5044173"/>
            <a:ext cx="535270" cy="204927"/>
          </a:xfrm>
          <a:prstGeom prst="rect">
            <a:avLst/>
          </a:prstGeom>
          <a:solidFill>
            <a:schemeClr val="tx1"/>
          </a:solidFill>
        </p:spPr>
        <p:txBody>
          <a:bodyPr wrap="square" lIns="0" rIns="0">
            <a:noAutofit/>
          </a:bodyPr>
          <a:lstStyle/>
          <a:p>
            <a:pPr algn="ctr" defTabSz="0">
              <a:tabLst>
                <a:tab pos="0" algn="l"/>
              </a:tabLst>
            </a:pPr>
            <a:r>
              <a:rPr lang="es-ES" sz="790" spc="50" dirty="0">
                <a:solidFill>
                  <a:schemeClr val="bg1"/>
                </a:solidFill>
                <a:latin typeface="Audiowide" panose="02000503000000020004" pitchFamily="2" charset="0"/>
              </a:rPr>
              <a:t>SERIAL</a:t>
            </a:r>
            <a:endParaRPr lang="es-ES" sz="790" spc="50" dirty="0">
              <a:solidFill>
                <a:schemeClr val="bg1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DFCFC5-0650-4B6E-9DFA-E95A57F67C2B}"/>
              </a:ext>
            </a:extLst>
          </p:cNvPr>
          <p:cNvSpPr txBox="1"/>
          <p:nvPr/>
        </p:nvSpPr>
        <p:spPr>
          <a:xfrm rot="16200000">
            <a:off x="5114322" y="6723826"/>
            <a:ext cx="707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>
                <a:latin typeface="Audiowide" panose="02000503000000020004" pitchFamily="2" charset="0"/>
              </a:rPr>
              <a:t>Reset</a:t>
            </a:r>
            <a:endParaRPr lang="es-ES" sz="1000" dirty="0">
              <a:latin typeface="Audiowide" panose="02000503000000020004" pitchFamily="2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B449002-1A43-4DCC-B477-9A873D0DF2EC}"/>
              </a:ext>
            </a:extLst>
          </p:cNvPr>
          <p:cNvSpPr/>
          <p:nvPr/>
        </p:nvSpPr>
        <p:spPr>
          <a:xfrm>
            <a:off x="6539775" y="5044173"/>
            <a:ext cx="535270" cy="1041977"/>
          </a:xfrm>
          <a:prstGeom prst="roundRect">
            <a:avLst>
              <a:gd name="adj" fmla="val 795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DBDB95F-14EB-49D0-8F00-D5B818808A72}"/>
              </a:ext>
            </a:extLst>
          </p:cNvPr>
          <p:cNvGrpSpPr/>
          <p:nvPr/>
        </p:nvGrpSpPr>
        <p:grpSpPr>
          <a:xfrm>
            <a:off x="2009042" y="5496715"/>
            <a:ext cx="1683896" cy="707886"/>
            <a:chOff x="3713954" y="815975"/>
            <a:chExt cx="1683896" cy="707886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D7FA04C-DFEF-4618-8C6A-317F9D0E6025}"/>
                </a:ext>
              </a:extLst>
            </p:cNvPr>
            <p:cNvSpPr txBox="1"/>
            <p:nvPr/>
          </p:nvSpPr>
          <p:spPr>
            <a:xfrm>
              <a:off x="3713954" y="815975"/>
              <a:ext cx="126742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000" dirty="0">
                  <a:latin typeface="Audiowide" panose="02000503000000020004" pitchFamily="2" charset="0"/>
                </a:rPr>
                <a:t>Smart Garden</a:t>
              </a:r>
            </a:p>
          </p:txBody>
        </p:sp>
        <p:pic>
          <p:nvPicPr>
            <p:cNvPr id="3102" name="Picture 30" descr="Free Icon | Watering can with water drops">
              <a:extLst>
                <a:ext uri="{FF2B5EF4-FFF2-40B4-BE49-F238E27FC236}">
                  <a16:creationId xmlns:a16="http://schemas.microsoft.com/office/drawing/2014/main" id="{9491B846-4A94-4783-9BB1-FCF00B3C4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1351" y="929113"/>
              <a:ext cx="396499" cy="396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4" name="Picture 32" descr="Internet and WiFi - Bibliothèques de Martigues">
              <a:extLst>
                <a:ext uri="{FF2B5EF4-FFF2-40B4-BE49-F238E27FC236}">
                  <a16:creationId xmlns:a16="http://schemas.microsoft.com/office/drawing/2014/main" id="{A361A618-93F3-45C0-86B1-95B9657947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604738">
              <a:off x="4909541" y="1200610"/>
              <a:ext cx="295997" cy="256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4FA3B73F-9D9E-4F62-B3DE-2410DE63A108}"/>
              </a:ext>
            </a:extLst>
          </p:cNvPr>
          <p:cNvGrpSpPr/>
          <p:nvPr/>
        </p:nvGrpSpPr>
        <p:grpSpPr>
          <a:xfrm>
            <a:off x="330770" y="3467111"/>
            <a:ext cx="1234734" cy="261611"/>
            <a:chOff x="4711030" y="3314697"/>
            <a:chExt cx="832807" cy="149966"/>
          </a:xfrm>
        </p:grpSpPr>
        <p:sp>
          <p:nvSpPr>
            <p:cNvPr id="109" name="Rectángulo: esquinas redondeadas 108">
              <a:extLst>
                <a:ext uri="{FF2B5EF4-FFF2-40B4-BE49-F238E27FC236}">
                  <a16:creationId xmlns:a16="http://schemas.microsoft.com/office/drawing/2014/main" id="{96DB8EC4-1069-4FAD-B565-C19CDDA50B15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110" name="Rectángulo: esquinas redondeadas 109">
              <a:extLst>
                <a:ext uri="{FF2B5EF4-FFF2-40B4-BE49-F238E27FC236}">
                  <a16:creationId xmlns:a16="http://schemas.microsoft.com/office/drawing/2014/main" id="{DAF46DCC-66C5-47D1-86C9-2B02BDE1916B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1</a:t>
              </a:r>
            </a:p>
          </p:txBody>
        </p: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F2183E71-3573-4C90-A2B8-C653AC82628A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b="1" dirty="0">
                  <a:solidFill>
                    <a:schemeClr val="bg1"/>
                  </a:solidFill>
                  <a:latin typeface="Audiowide" panose="02000503000000020004" pitchFamily="2" charset="0"/>
                </a:rPr>
                <a:t>16</a:t>
              </a: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78F4D266-80C1-4E0A-9E70-D9F1F5AAEE3F}"/>
              </a:ext>
            </a:extLst>
          </p:cNvPr>
          <p:cNvGrpSpPr/>
          <p:nvPr/>
        </p:nvGrpSpPr>
        <p:grpSpPr>
          <a:xfrm>
            <a:off x="1186020" y="270465"/>
            <a:ext cx="3532209" cy="461667"/>
            <a:chOff x="993938" y="5977235"/>
            <a:chExt cx="3532209" cy="461667"/>
          </a:xfrm>
        </p:grpSpPr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AB35251C-0D65-4441-B19A-A3DB11A6DA7C}"/>
                </a:ext>
              </a:extLst>
            </p:cNvPr>
            <p:cNvGrpSpPr/>
            <p:nvPr/>
          </p:nvGrpSpPr>
          <p:grpSpPr>
            <a:xfrm>
              <a:off x="993938" y="5977236"/>
              <a:ext cx="720231" cy="461666"/>
              <a:chOff x="993938" y="5970636"/>
              <a:chExt cx="720231" cy="461666"/>
            </a:xfrm>
          </p:grpSpPr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0B907443-A04E-4AAB-AEF7-219327A197DF}"/>
                  </a:ext>
                </a:extLst>
              </p:cNvPr>
              <p:cNvSpPr txBox="1"/>
              <p:nvPr/>
            </p:nvSpPr>
            <p:spPr>
              <a:xfrm>
                <a:off x="993938" y="5970637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157" name="CuadroTexto 156">
                <a:extLst>
                  <a:ext uri="{FF2B5EF4-FFF2-40B4-BE49-F238E27FC236}">
                    <a16:creationId xmlns:a16="http://schemas.microsoft.com/office/drawing/2014/main" id="{506C97DE-2915-4543-85A8-7DAED1F66299}"/>
                  </a:ext>
                </a:extLst>
              </p:cNvPr>
              <p:cNvSpPr txBox="1"/>
              <p:nvPr/>
            </p:nvSpPr>
            <p:spPr>
              <a:xfrm>
                <a:off x="1405878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9994A238-8A91-4A09-AB8B-4E68FE586E9E}"/>
                </a:ext>
              </a:extLst>
            </p:cNvPr>
            <p:cNvGrpSpPr/>
            <p:nvPr/>
          </p:nvGrpSpPr>
          <p:grpSpPr>
            <a:xfrm>
              <a:off x="1901804" y="5977236"/>
              <a:ext cx="1271515" cy="461665"/>
              <a:chOff x="480163" y="5970636"/>
              <a:chExt cx="1271515" cy="461665"/>
            </a:xfrm>
          </p:grpSpPr>
          <p:sp>
            <p:nvSpPr>
              <p:cNvPr id="172" name="CuadroTexto 171">
                <a:extLst>
                  <a:ext uri="{FF2B5EF4-FFF2-40B4-BE49-F238E27FC236}">
                    <a16:creationId xmlns:a16="http://schemas.microsoft.com/office/drawing/2014/main" id="{A472A575-04AA-4D49-8E16-E6798FEF5B76}"/>
                  </a:ext>
                </a:extLst>
              </p:cNvPr>
              <p:cNvSpPr txBox="1"/>
              <p:nvPr/>
            </p:nvSpPr>
            <p:spPr>
              <a:xfrm>
                <a:off x="480163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173" name="CuadroTexto 172">
                <a:extLst>
                  <a:ext uri="{FF2B5EF4-FFF2-40B4-BE49-F238E27FC236}">
                    <a16:creationId xmlns:a16="http://schemas.microsoft.com/office/drawing/2014/main" id="{76A41D3B-1EAC-4A01-B595-BC0A22DB78D5}"/>
                  </a:ext>
                </a:extLst>
              </p:cNvPr>
              <p:cNvSpPr txBox="1"/>
              <p:nvPr/>
            </p:nvSpPr>
            <p:spPr>
              <a:xfrm>
                <a:off x="144338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20B213D5-A4E0-4A6E-B250-C4A7B001366A}"/>
                </a:ext>
              </a:extLst>
            </p:cNvPr>
            <p:cNvGrpSpPr/>
            <p:nvPr/>
          </p:nvGrpSpPr>
          <p:grpSpPr>
            <a:xfrm>
              <a:off x="3268270" y="5977236"/>
              <a:ext cx="832768" cy="461665"/>
              <a:chOff x="418100" y="5970636"/>
              <a:chExt cx="832768" cy="461665"/>
            </a:xfrm>
          </p:grpSpPr>
          <p:sp>
            <p:nvSpPr>
              <p:cNvPr id="175" name="CuadroTexto 174">
                <a:extLst>
                  <a:ext uri="{FF2B5EF4-FFF2-40B4-BE49-F238E27FC236}">
                    <a16:creationId xmlns:a16="http://schemas.microsoft.com/office/drawing/2014/main" id="{B3F04C29-96A0-42EA-8931-0889D17575B3}"/>
                  </a:ext>
                </a:extLst>
              </p:cNvPr>
              <p:cNvSpPr txBox="1"/>
              <p:nvPr/>
            </p:nvSpPr>
            <p:spPr>
              <a:xfrm>
                <a:off x="418100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76" name="CuadroTexto 175">
                <a:extLst>
                  <a:ext uri="{FF2B5EF4-FFF2-40B4-BE49-F238E27FC236}">
                    <a16:creationId xmlns:a16="http://schemas.microsoft.com/office/drawing/2014/main" id="{5D49A9A8-8B23-4F07-8ABB-E020751CDF14}"/>
                  </a:ext>
                </a:extLst>
              </p:cNvPr>
              <p:cNvSpPr txBox="1"/>
              <p:nvPr/>
            </p:nvSpPr>
            <p:spPr>
              <a:xfrm>
                <a:off x="94257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77" name="Grupo 176">
              <a:extLst>
                <a:ext uri="{FF2B5EF4-FFF2-40B4-BE49-F238E27FC236}">
                  <a16:creationId xmlns:a16="http://schemas.microsoft.com/office/drawing/2014/main" id="{6CB0E231-1F87-4037-9CC8-837496ECF646}"/>
                </a:ext>
              </a:extLst>
            </p:cNvPr>
            <p:cNvGrpSpPr/>
            <p:nvPr/>
          </p:nvGrpSpPr>
          <p:grpSpPr>
            <a:xfrm>
              <a:off x="2331040" y="5977235"/>
              <a:ext cx="2195107" cy="461666"/>
              <a:chOff x="-1945808" y="5970635"/>
              <a:chExt cx="2195107" cy="461666"/>
            </a:xfrm>
          </p:grpSpPr>
          <p:sp>
            <p:nvSpPr>
              <p:cNvPr id="178" name="CuadroTexto 177">
                <a:extLst>
                  <a:ext uri="{FF2B5EF4-FFF2-40B4-BE49-F238E27FC236}">
                    <a16:creationId xmlns:a16="http://schemas.microsoft.com/office/drawing/2014/main" id="{C57A68C8-DD6B-4827-BDFF-DD297A4CFA9B}"/>
                  </a:ext>
                </a:extLst>
              </p:cNvPr>
              <p:cNvSpPr txBox="1"/>
              <p:nvPr/>
            </p:nvSpPr>
            <p:spPr>
              <a:xfrm>
                <a:off x="-58992" y="5970635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79" name="CuadroTexto 178">
                <a:extLst>
                  <a:ext uri="{FF2B5EF4-FFF2-40B4-BE49-F238E27FC236}">
                    <a16:creationId xmlns:a16="http://schemas.microsoft.com/office/drawing/2014/main" id="{1407FD49-2357-4D62-9C74-7EF8ED04D32B}"/>
                  </a:ext>
                </a:extLst>
              </p:cNvPr>
              <p:cNvSpPr txBox="1"/>
              <p:nvPr/>
            </p:nvSpPr>
            <p:spPr>
              <a:xfrm>
                <a:off x="-1945808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5EFD4200-E3B8-4891-A6A5-E962DD5D7D1D}"/>
              </a:ext>
            </a:extLst>
          </p:cNvPr>
          <p:cNvGrpSpPr/>
          <p:nvPr/>
        </p:nvGrpSpPr>
        <p:grpSpPr>
          <a:xfrm rot="5400000">
            <a:off x="357846" y="6019331"/>
            <a:ext cx="261610" cy="883033"/>
            <a:chOff x="6778219" y="1366503"/>
            <a:chExt cx="261610" cy="663456"/>
          </a:xfrm>
        </p:grpSpPr>
        <p:sp>
          <p:nvSpPr>
            <p:cNvPr id="181" name="CuadroTexto 180">
              <a:extLst>
                <a:ext uri="{FF2B5EF4-FFF2-40B4-BE49-F238E27FC236}">
                  <a16:creationId xmlns:a16="http://schemas.microsoft.com/office/drawing/2014/main" id="{8DF023B4-68F4-473F-9DE5-0EC31BB54E05}"/>
                </a:ext>
              </a:extLst>
            </p:cNvPr>
            <p:cNvSpPr txBox="1"/>
            <p:nvPr/>
          </p:nvSpPr>
          <p:spPr>
            <a:xfrm rot="16200000">
              <a:off x="6577296" y="1567426"/>
              <a:ext cx="66345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100" dirty="0">
                  <a:latin typeface="Audiowide" panose="02000503000000020004" pitchFamily="2" charset="0"/>
                </a:rPr>
                <a:t>24 VAC</a:t>
              </a:r>
              <a:endParaRPr lang="es-ES" sz="1100" dirty="0"/>
            </a:p>
          </p:txBody>
        </p:sp>
        <p:sp>
          <p:nvSpPr>
            <p:cNvPr id="182" name="Rectángulo: esquinas redondeadas 181">
              <a:extLst>
                <a:ext uri="{FF2B5EF4-FFF2-40B4-BE49-F238E27FC236}">
                  <a16:creationId xmlns:a16="http://schemas.microsoft.com/office/drawing/2014/main" id="{470294C4-310B-4B90-BB2D-430B30D1ADDC}"/>
                </a:ext>
              </a:extLst>
            </p:cNvPr>
            <p:cNvSpPr/>
            <p:nvPr/>
          </p:nvSpPr>
          <p:spPr>
            <a:xfrm rot="16200000">
              <a:off x="6584083" y="1599915"/>
              <a:ext cx="615229" cy="187784"/>
            </a:xfrm>
            <a:prstGeom prst="roundRect">
              <a:avLst>
                <a:gd name="adj" fmla="val 30781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dirty="0"/>
            </a:p>
          </p:txBody>
        </p:sp>
      </p:grp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EB1D1819-39DD-462C-8AD7-A62421EF882C}"/>
              </a:ext>
            </a:extLst>
          </p:cNvPr>
          <p:cNvSpPr txBox="1"/>
          <p:nvPr/>
        </p:nvSpPr>
        <p:spPr>
          <a:xfrm>
            <a:off x="5948413" y="5087499"/>
            <a:ext cx="641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udiowide" panose="02000503000000020004" pitchFamily="2" charset="0"/>
              </a:rPr>
              <a:t>Flash</a:t>
            </a:r>
          </a:p>
        </p:txBody>
      </p:sp>
      <p:graphicFrame>
        <p:nvGraphicFramePr>
          <p:cNvPr id="147" name="Tabla 7">
            <a:extLst>
              <a:ext uri="{FF2B5EF4-FFF2-40B4-BE49-F238E27FC236}">
                <a16:creationId xmlns:a16="http://schemas.microsoft.com/office/drawing/2014/main" id="{36DF660C-954F-44AC-B049-29C96D704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6645"/>
              </p:ext>
            </p:extLst>
          </p:nvPr>
        </p:nvGraphicFramePr>
        <p:xfrm>
          <a:off x="6070726" y="1130130"/>
          <a:ext cx="1025500" cy="85082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45800">
                  <a:extLst>
                    <a:ext uri="{9D8B030D-6E8A-4147-A177-3AD203B41FA5}">
                      <a16:colId xmlns:a16="http://schemas.microsoft.com/office/drawing/2014/main" val="486858203"/>
                    </a:ext>
                  </a:extLst>
                </a:gridCol>
                <a:gridCol w="259900">
                  <a:extLst>
                    <a:ext uri="{9D8B030D-6E8A-4147-A177-3AD203B41FA5}">
                      <a16:colId xmlns:a16="http://schemas.microsoft.com/office/drawing/2014/main" val="3938050864"/>
                    </a:ext>
                  </a:extLst>
                </a:gridCol>
                <a:gridCol w="259900">
                  <a:extLst>
                    <a:ext uri="{9D8B030D-6E8A-4147-A177-3AD203B41FA5}">
                      <a16:colId xmlns:a16="http://schemas.microsoft.com/office/drawing/2014/main" val="3072194285"/>
                    </a:ext>
                  </a:extLst>
                </a:gridCol>
                <a:gridCol w="259900">
                  <a:extLst>
                    <a:ext uri="{9D8B030D-6E8A-4147-A177-3AD203B41FA5}">
                      <a16:colId xmlns:a16="http://schemas.microsoft.com/office/drawing/2014/main" val="624226288"/>
                    </a:ext>
                  </a:extLst>
                </a:gridCol>
              </a:tblGrid>
              <a:tr h="337276"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657472"/>
                  </a:ext>
                </a:extLst>
              </a:tr>
              <a:tr h="24253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23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147940"/>
                  </a:ext>
                </a:extLst>
              </a:tr>
              <a:tr h="24253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282466"/>
                  </a:ext>
                </a:extLst>
              </a:tr>
            </a:tbl>
          </a:graphicData>
        </a:graphic>
      </p:graphicFrame>
      <p:grpSp>
        <p:nvGrpSpPr>
          <p:cNvPr id="156" name="Grupo 155">
            <a:extLst>
              <a:ext uri="{FF2B5EF4-FFF2-40B4-BE49-F238E27FC236}">
                <a16:creationId xmlns:a16="http://schemas.microsoft.com/office/drawing/2014/main" id="{427AA344-3B9C-430D-8F05-27D47E436225}"/>
              </a:ext>
            </a:extLst>
          </p:cNvPr>
          <p:cNvGrpSpPr/>
          <p:nvPr/>
        </p:nvGrpSpPr>
        <p:grpSpPr>
          <a:xfrm rot="16200000">
            <a:off x="6188868" y="2350764"/>
            <a:ext cx="862623" cy="644795"/>
            <a:chOff x="9153906" y="3039497"/>
            <a:chExt cx="1220831" cy="716971"/>
          </a:xfrm>
        </p:grpSpPr>
        <p:sp>
          <p:nvSpPr>
            <p:cNvPr id="162" name="CuadroTexto 161">
              <a:extLst>
                <a:ext uri="{FF2B5EF4-FFF2-40B4-BE49-F238E27FC236}">
                  <a16:creationId xmlns:a16="http://schemas.microsoft.com/office/drawing/2014/main" id="{6A718EC8-5025-42CB-8205-98AD513F9664}"/>
                </a:ext>
              </a:extLst>
            </p:cNvPr>
            <p:cNvSpPr txBox="1"/>
            <p:nvPr/>
          </p:nvSpPr>
          <p:spPr>
            <a:xfrm rot="5400000">
              <a:off x="9874220" y="3205519"/>
              <a:ext cx="641680" cy="35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>
                  <a:latin typeface="Audiowide" panose="02000503000000020004" pitchFamily="2" charset="0"/>
                </a:rPr>
                <a:t>3V</a:t>
              </a:r>
            </a:p>
          </p:txBody>
        </p:sp>
        <p:sp>
          <p:nvSpPr>
            <p:cNvPr id="166" name="CuadroTexto 165">
              <a:extLst>
                <a:ext uri="{FF2B5EF4-FFF2-40B4-BE49-F238E27FC236}">
                  <a16:creationId xmlns:a16="http://schemas.microsoft.com/office/drawing/2014/main" id="{3F03050F-9121-4E78-AC97-152A9D6650A2}"/>
                </a:ext>
              </a:extLst>
            </p:cNvPr>
            <p:cNvSpPr txBox="1"/>
            <p:nvPr/>
          </p:nvSpPr>
          <p:spPr>
            <a:xfrm rot="5400000">
              <a:off x="9550237" y="3234640"/>
              <a:ext cx="716971" cy="326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b="1" dirty="0">
                  <a:latin typeface="Audiowide" panose="02000503000000020004" pitchFamily="2" charset="0"/>
                </a:rPr>
                <a:t>GND</a:t>
              </a:r>
              <a:endParaRPr lang="es-ES" sz="700" b="1" dirty="0">
                <a:latin typeface="Audiowide" panose="02000503000000020004" pitchFamily="2" charset="0"/>
              </a:endParaRPr>
            </a:p>
          </p:txBody>
        </p:sp>
        <p:sp>
          <p:nvSpPr>
            <p:cNvPr id="167" name="CuadroTexto 166">
              <a:extLst>
                <a:ext uri="{FF2B5EF4-FFF2-40B4-BE49-F238E27FC236}">
                  <a16:creationId xmlns:a16="http://schemas.microsoft.com/office/drawing/2014/main" id="{6950C498-BF3F-4F66-84AE-B22339CCA321}"/>
                </a:ext>
              </a:extLst>
            </p:cNvPr>
            <p:cNvSpPr txBox="1"/>
            <p:nvPr/>
          </p:nvSpPr>
          <p:spPr>
            <a:xfrm rot="5400000">
              <a:off x="9287977" y="3251764"/>
              <a:ext cx="641680" cy="326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b="1" dirty="0">
                  <a:latin typeface="Audiowide" panose="02000503000000020004" pitchFamily="2" charset="0"/>
                </a:rPr>
                <a:t>SCL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168" name="CuadroTexto 167">
              <a:extLst>
                <a:ext uri="{FF2B5EF4-FFF2-40B4-BE49-F238E27FC236}">
                  <a16:creationId xmlns:a16="http://schemas.microsoft.com/office/drawing/2014/main" id="{F103064A-434C-482F-9596-1D7430374702}"/>
                </a:ext>
              </a:extLst>
            </p:cNvPr>
            <p:cNvSpPr txBox="1"/>
            <p:nvPr/>
          </p:nvSpPr>
          <p:spPr>
            <a:xfrm rot="5400000">
              <a:off x="8996409" y="3260236"/>
              <a:ext cx="641680" cy="326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b="1" dirty="0">
                  <a:latin typeface="Audiowide" panose="02000503000000020004" pitchFamily="2" charset="0"/>
                </a:rPr>
                <a:t>SDA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</p:grpSp>
      <p:sp>
        <p:nvSpPr>
          <p:cNvPr id="170" name="Rectángulo: esquinas redondeadas 169">
            <a:extLst>
              <a:ext uri="{FF2B5EF4-FFF2-40B4-BE49-F238E27FC236}">
                <a16:creationId xmlns:a16="http://schemas.microsoft.com/office/drawing/2014/main" id="{38A81791-90DD-4E72-B9AC-42D79AE3513C}"/>
              </a:ext>
            </a:extLst>
          </p:cNvPr>
          <p:cNvSpPr/>
          <p:nvPr/>
        </p:nvSpPr>
        <p:spPr>
          <a:xfrm>
            <a:off x="6524357" y="2066879"/>
            <a:ext cx="577084" cy="1021713"/>
          </a:xfrm>
          <a:prstGeom prst="roundRect">
            <a:avLst>
              <a:gd name="adj" fmla="val 795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61ED0C5-31FA-4552-AAD2-EFF6BB4EEE95}"/>
              </a:ext>
            </a:extLst>
          </p:cNvPr>
          <p:cNvSpPr/>
          <p:nvPr/>
        </p:nvSpPr>
        <p:spPr>
          <a:xfrm>
            <a:off x="6070726" y="1130131"/>
            <a:ext cx="1025500" cy="83705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C46E214-2EA0-7B37-40C4-185D9FCEC282}"/>
              </a:ext>
            </a:extLst>
          </p:cNvPr>
          <p:cNvGrpSpPr/>
          <p:nvPr/>
        </p:nvGrpSpPr>
        <p:grpSpPr>
          <a:xfrm>
            <a:off x="1101176" y="1107018"/>
            <a:ext cx="3711316" cy="461667"/>
            <a:chOff x="993938" y="5977235"/>
            <a:chExt cx="3711316" cy="46166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DCF81D9-0A42-30BA-335F-F2B77CC98371}"/>
                </a:ext>
              </a:extLst>
            </p:cNvPr>
            <p:cNvGrpSpPr/>
            <p:nvPr/>
          </p:nvGrpSpPr>
          <p:grpSpPr>
            <a:xfrm>
              <a:off x="993938" y="5977236"/>
              <a:ext cx="899338" cy="461666"/>
              <a:chOff x="993938" y="5970636"/>
              <a:chExt cx="899338" cy="461666"/>
            </a:xfrm>
          </p:grpSpPr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BA12C70-491F-F0B0-0CD6-561A03F46CA4}"/>
                  </a:ext>
                </a:extLst>
              </p:cNvPr>
              <p:cNvSpPr txBox="1"/>
              <p:nvPr/>
            </p:nvSpPr>
            <p:spPr>
              <a:xfrm>
                <a:off x="993938" y="5970637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3EE6A94-F623-BC49-2A8C-84EFC711ECAA}"/>
                  </a:ext>
                </a:extLst>
              </p:cNvPr>
              <p:cNvSpPr txBox="1"/>
              <p:nvPr/>
            </p:nvSpPr>
            <p:spPr>
              <a:xfrm>
                <a:off x="1584985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1EBBECA4-C391-7D63-FC84-058D9EA5B799}"/>
                </a:ext>
              </a:extLst>
            </p:cNvPr>
            <p:cNvGrpSpPr/>
            <p:nvPr/>
          </p:nvGrpSpPr>
          <p:grpSpPr>
            <a:xfrm>
              <a:off x="1901804" y="5977236"/>
              <a:ext cx="1271515" cy="461665"/>
              <a:chOff x="480163" y="5970636"/>
              <a:chExt cx="1271515" cy="461665"/>
            </a:xfrm>
          </p:grpSpPr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1E9EDA1-DB05-DFD5-35BA-A2AFA90CC793}"/>
                  </a:ext>
                </a:extLst>
              </p:cNvPr>
              <p:cNvSpPr txBox="1"/>
              <p:nvPr/>
            </p:nvSpPr>
            <p:spPr>
              <a:xfrm>
                <a:off x="480163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2187E1E2-9CAE-335D-0DC0-B331ADA7936F}"/>
                  </a:ext>
                </a:extLst>
              </p:cNvPr>
              <p:cNvSpPr txBox="1"/>
              <p:nvPr/>
            </p:nvSpPr>
            <p:spPr>
              <a:xfrm>
                <a:off x="144338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5F7AFC18-9C2D-6DE2-6D0A-D90B8734B631}"/>
                </a:ext>
              </a:extLst>
            </p:cNvPr>
            <p:cNvGrpSpPr/>
            <p:nvPr/>
          </p:nvGrpSpPr>
          <p:grpSpPr>
            <a:xfrm>
              <a:off x="3447377" y="5977236"/>
              <a:ext cx="653661" cy="461665"/>
              <a:chOff x="597207" y="5970636"/>
              <a:chExt cx="653661" cy="461665"/>
            </a:xfrm>
          </p:grpSpPr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0354A8D-6A43-475D-7205-D3EA6E3E238B}"/>
                  </a:ext>
                </a:extLst>
              </p:cNvPr>
              <p:cNvSpPr txBox="1"/>
              <p:nvPr/>
            </p:nvSpPr>
            <p:spPr>
              <a:xfrm>
                <a:off x="59720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C76E4CBA-631A-E63E-48F3-BE8232B15332}"/>
                  </a:ext>
                </a:extLst>
              </p:cNvPr>
              <p:cNvSpPr txBox="1"/>
              <p:nvPr/>
            </p:nvSpPr>
            <p:spPr>
              <a:xfrm>
                <a:off x="94257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A6C1E1DB-D206-02D5-2A41-CF41AA51568E}"/>
                </a:ext>
              </a:extLst>
            </p:cNvPr>
            <p:cNvGrpSpPr/>
            <p:nvPr/>
          </p:nvGrpSpPr>
          <p:grpSpPr>
            <a:xfrm>
              <a:off x="2510147" y="5977235"/>
              <a:ext cx="2195107" cy="461666"/>
              <a:chOff x="-1766701" y="5970635"/>
              <a:chExt cx="2195107" cy="461666"/>
            </a:xfrm>
          </p:grpSpPr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80C2292-DB8E-5371-5B98-E114BAC70802}"/>
                  </a:ext>
                </a:extLst>
              </p:cNvPr>
              <p:cNvSpPr txBox="1"/>
              <p:nvPr/>
            </p:nvSpPr>
            <p:spPr>
              <a:xfrm>
                <a:off x="120115" y="5970635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E5EF7C-41A4-B495-F08E-A393A92CF709}"/>
                  </a:ext>
                </a:extLst>
              </p:cNvPr>
              <p:cNvSpPr txBox="1"/>
              <p:nvPr/>
            </p:nvSpPr>
            <p:spPr>
              <a:xfrm>
                <a:off x="-1766701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259E1A9-400B-1E1C-E9E1-75F8A7AC997F}"/>
              </a:ext>
            </a:extLst>
          </p:cNvPr>
          <p:cNvGrpSpPr/>
          <p:nvPr/>
        </p:nvGrpSpPr>
        <p:grpSpPr>
          <a:xfrm>
            <a:off x="1604279" y="3468850"/>
            <a:ext cx="1234734" cy="261611"/>
            <a:chOff x="4711030" y="3314697"/>
            <a:chExt cx="832807" cy="149966"/>
          </a:xfrm>
        </p:grpSpPr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02B8A1BE-06F6-1008-BCAC-92D35B25D501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A59B2F50-6B81-80BA-F3BE-9D861C25E3D6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2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35E1FAB5-0BB3-FBB6-8B28-84CD44C0F5F4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/>
                  </a:solidFill>
                  <a:latin typeface="Audiowide" panose="02000503000000020004" pitchFamily="2" charset="0"/>
                </a:rPr>
                <a:t>17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E8E147E4-7930-A166-D013-6BE1C04A33A6}"/>
              </a:ext>
            </a:extLst>
          </p:cNvPr>
          <p:cNvGrpSpPr/>
          <p:nvPr/>
        </p:nvGrpSpPr>
        <p:grpSpPr>
          <a:xfrm>
            <a:off x="2904406" y="3468850"/>
            <a:ext cx="1234734" cy="261611"/>
            <a:chOff x="4711030" y="3314697"/>
            <a:chExt cx="832807" cy="149966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FC8B2C2D-36AC-8CE2-3F03-BC7E6AC8AC11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AB546801-69B3-BFF1-6760-54B5305E48C0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3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389F60F8-C62D-E9C7-AB58-2BAA110B742C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/>
                  </a:solidFill>
                  <a:latin typeface="Audiowide" panose="02000503000000020004" pitchFamily="2" charset="0"/>
                </a:rPr>
                <a:t>18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F43670ED-B633-E913-56B9-519F9C5F4A72}"/>
              </a:ext>
            </a:extLst>
          </p:cNvPr>
          <p:cNvGrpSpPr/>
          <p:nvPr/>
        </p:nvGrpSpPr>
        <p:grpSpPr>
          <a:xfrm rot="16200000">
            <a:off x="4980696" y="2160226"/>
            <a:ext cx="1234734" cy="261611"/>
            <a:chOff x="4711030" y="3314697"/>
            <a:chExt cx="832807" cy="149966"/>
          </a:xfrm>
        </p:grpSpPr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5C189CD8-1C50-9411-2EEA-B53DB4545773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55246129-8A46-BC5F-4792-FADC4BA0C5DA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4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2350A2AD-1C4A-DCBE-2A93-450773E29C17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/>
                  </a:solidFill>
                  <a:latin typeface="Audiowide" panose="02000503000000020004" pitchFamily="2" charset="0"/>
                </a:rPr>
                <a:t>19</a:t>
              </a:r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F5A0B5E-C39D-2514-0459-5CBC9EE265B6}"/>
              </a:ext>
            </a:extLst>
          </p:cNvPr>
          <p:cNvSpPr txBox="1"/>
          <p:nvPr/>
        </p:nvSpPr>
        <p:spPr>
          <a:xfrm>
            <a:off x="6519592" y="2071642"/>
            <a:ext cx="577086" cy="204927"/>
          </a:xfrm>
          <a:prstGeom prst="rect">
            <a:avLst/>
          </a:prstGeom>
          <a:solidFill>
            <a:schemeClr val="tx1"/>
          </a:solidFill>
        </p:spPr>
        <p:txBody>
          <a:bodyPr wrap="square" lIns="0" rIns="0">
            <a:noAutofit/>
          </a:bodyPr>
          <a:lstStyle/>
          <a:p>
            <a:pPr algn="ctr" defTabSz="0">
              <a:tabLst>
                <a:tab pos="0" algn="l"/>
              </a:tabLst>
            </a:pPr>
            <a:r>
              <a:rPr lang="es-ES" sz="790" spc="50" dirty="0">
                <a:solidFill>
                  <a:schemeClr val="bg1"/>
                </a:solidFill>
                <a:latin typeface="Audiowide" panose="02000503000000020004" pitchFamily="2" charset="0"/>
              </a:rPr>
              <a:t>I2C</a:t>
            </a:r>
            <a:endParaRPr lang="es-ES" sz="790" spc="50" dirty="0">
              <a:solidFill>
                <a:schemeClr val="bg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48E9938-167A-11CC-8A16-F2B6FE46FDB3}"/>
              </a:ext>
            </a:extLst>
          </p:cNvPr>
          <p:cNvSpPr txBox="1"/>
          <p:nvPr/>
        </p:nvSpPr>
        <p:spPr>
          <a:xfrm>
            <a:off x="2282280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063056C-CDFB-395C-6A1E-129BA0D487B4}"/>
              </a:ext>
            </a:extLst>
          </p:cNvPr>
          <p:cNvSpPr txBox="1"/>
          <p:nvPr/>
        </p:nvSpPr>
        <p:spPr>
          <a:xfrm>
            <a:off x="2904406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BC127DF-0BCF-8724-7B29-03418E9655F9}"/>
              </a:ext>
            </a:extLst>
          </p:cNvPr>
          <p:cNvSpPr txBox="1"/>
          <p:nvPr/>
        </p:nvSpPr>
        <p:spPr>
          <a:xfrm>
            <a:off x="3526532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5EA00CB-F672-2E42-56A3-C03421C71A2D}"/>
              </a:ext>
            </a:extLst>
          </p:cNvPr>
          <p:cNvGrpSpPr/>
          <p:nvPr/>
        </p:nvGrpSpPr>
        <p:grpSpPr>
          <a:xfrm>
            <a:off x="2288630" y="6408553"/>
            <a:ext cx="2316175" cy="377026"/>
            <a:chOff x="2288630" y="6408553"/>
            <a:chExt cx="2316175" cy="377026"/>
          </a:xfrm>
        </p:grpSpPr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82876E4-5C39-EF16-DD17-DCC924526EA5}"/>
                </a:ext>
              </a:extLst>
            </p:cNvPr>
            <p:cNvSpPr txBox="1"/>
            <p:nvPr/>
          </p:nvSpPr>
          <p:spPr>
            <a:xfrm>
              <a:off x="2288630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FADD303D-90C5-AAA9-637C-B8D16BC76EB5}"/>
                </a:ext>
              </a:extLst>
            </p:cNvPr>
            <p:cNvSpPr txBox="1"/>
            <p:nvPr/>
          </p:nvSpPr>
          <p:spPr>
            <a:xfrm>
              <a:off x="2910756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30378934-A179-0914-BA11-156402A1467B}"/>
                </a:ext>
              </a:extLst>
            </p:cNvPr>
            <p:cNvSpPr txBox="1"/>
            <p:nvPr/>
          </p:nvSpPr>
          <p:spPr>
            <a:xfrm>
              <a:off x="3532882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CA851C00-7CB8-2A5D-2813-761333981519}"/>
                </a:ext>
              </a:extLst>
            </p:cNvPr>
            <p:cNvSpPr txBox="1"/>
            <p:nvPr/>
          </p:nvSpPr>
          <p:spPr>
            <a:xfrm>
              <a:off x="4177646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6AC70A1-63F4-5703-6068-285982027DA2}"/>
              </a:ext>
            </a:extLst>
          </p:cNvPr>
          <p:cNvSpPr txBox="1"/>
          <p:nvPr/>
        </p:nvSpPr>
        <p:spPr>
          <a:xfrm>
            <a:off x="4171296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56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adroTexto 33">
            <a:extLst>
              <a:ext uri="{FF2B5EF4-FFF2-40B4-BE49-F238E27FC236}">
                <a16:creationId xmlns:a16="http://schemas.microsoft.com/office/drawing/2014/main" id="{4DCD4564-6B01-4CF9-A261-9D860BABEBA9}"/>
              </a:ext>
            </a:extLst>
          </p:cNvPr>
          <p:cNvSpPr txBox="1"/>
          <p:nvPr/>
        </p:nvSpPr>
        <p:spPr>
          <a:xfrm>
            <a:off x="5974185" y="6396764"/>
            <a:ext cx="707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>
                <a:latin typeface="Audiowide" panose="02000503000000020004" pitchFamily="2" charset="0"/>
              </a:rPr>
              <a:t>Power</a:t>
            </a:r>
            <a:endParaRPr lang="es-ES" sz="1000" dirty="0">
              <a:latin typeface="Audiowide" panose="02000503000000020004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D8BF122-38F0-449B-B46D-A13EF4E9D54B}"/>
              </a:ext>
            </a:extLst>
          </p:cNvPr>
          <p:cNvGrpSpPr/>
          <p:nvPr/>
        </p:nvGrpSpPr>
        <p:grpSpPr>
          <a:xfrm rot="16200000">
            <a:off x="6273492" y="5394086"/>
            <a:ext cx="850433" cy="513161"/>
            <a:chOff x="9191453" y="3085439"/>
            <a:chExt cx="1217138" cy="716971"/>
          </a:xfrm>
        </p:grpSpPr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00D77B8B-6280-451D-A554-F268F2A3FB18}"/>
                </a:ext>
              </a:extLst>
            </p:cNvPr>
            <p:cNvSpPr txBox="1"/>
            <p:nvPr/>
          </p:nvSpPr>
          <p:spPr>
            <a:xfrm rot="5400000">
              <a:off x="9050290" y="3264245"/>
              <a:ext cx="641681" cy="35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>
                  <a:latin typeface="Audiowide" panose="02000503000000020004" pitchFamily="2" charset="0"/>
                </a:rPr>
                <a:t>3V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BBD4C01B-7E62-43FE-A0FF-73792B01A6ED}"/>
                </a:ext>
              </a:extLst>
            </p:cNvPr>
            <p:cNvSpPr txBox="1"/>
            <p:nvPr/>
          </p:nvSpPr>
          <p:spPr>
            <a:xfrm rot="5400000">
              <a:off x="9296889" y="3280582"/>
              <a:ext cx="716971" cy="326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dirty="0">
                  <a:latin typeface="Audiowide" panose="02000503000000020004" pitchFamily="2" charset="0"/>
                </a:rPr>
                <a:t>GND</a:t>
              </a:r>
              <a:endParaRPr lang="es-ES" sz="700" dirty="0">
                <a:latin typeface="Audiowide" panose="02000503000000020004" pitchFamily="2" charset="0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938D566D-5102-4876-AB8E-CB12FFA38413}"/>
                </a:ext>
              </a:extLst>
            </p:cNvPr>
            <p:cNvSpPr txBox="1"/>
            <p:nvPr/>
          </p:nvSpPr>
          <p:spPr>
            <a:xfrm rot="5400000">
              <a:off x="9609990" y="3240789"/>
              <a:ext cx="641679" cy="35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 err="1">
                  <a:latin typeface="Audiowide" panose="02000503000000020004" pitchFamily="2" charset="0"/>
                </a:rPr>
                <a:t>Tx</a:t>
              </a:r>
              <a:endParaRPr lang="es-ES" sz="1050" dirty="0">
                <a:latin typeface="Audiowide" panose="02000503000000020004" pitchFamily="2" charset="0"/>
              </a:endParaRP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2E0787BC-322D-47AB-8E9E-980B34C22FB2}"/>
                </a:ext>
              </a:extLst>
            </p:cNvPr>
            <p:cNvSpPr txBox="1"/>
            <p:nvPr/>
          </p:nvSpPr>
          <p:spPr>
            <a:xfrm rot="5400000">
              <a:off x="9908072" y="3252197"/>
              <a:ext cx="641681" cy="359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 err="1">
                  <a:latin typeface="Audiowide" panose="02000503000000020004" pitchFamily="2" charset="0"/>
                </a:rPr>
                <a:t>Rx</a:t>
              </a:r>
              <a:endParaRPr lang="es-ES" sz="1050" dirty="0">
                <a:latin typeface="Audiowide" panose="02000503000000020004" pitchFamily="2" charset="0"/>
              </a:endParaRP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39C0242-52C4-4F20-9E9B-C78E063735BE}"/>
              </a:ext>
            </a:extLst>
          </p:cNvPr>
          <p:cNvSpPr txBox="1"/>
          <p:nvPr/>
        </p:nvSpPr>
        <p:spPr>
          <a:xfrm>
            <a:off x="6536824" y="5044173"/>
            <a:ext cx="535270" cy="204927"/>
          </a:xfrm>
          <a:prstGeom prst="rect">
            <a:avLst/>
          </a:prstGeom>
          <a:solidFill>
            <a:schemeClr val="tx1"/>
          </a:solidFill>
        </p:spPr>
        <p:txBody>
          <a:bodyPr wrap="square" lIns="0" rIns="0">
            <a:noAutofit/>
          </a:bodyPr>
          <a:lstStyle/>
          <a:p>
            <a:pPr algn="ctr" defTabSz="0">
              <a:tabLst>
                <a:tab pos="0" algn="l"/>
              </a:tabLst>
            </a:pPr>
            <a:r>
              <a:rPr lang="es-ES" sz="790" spc="50" dirty="0">
                <a:solidFill>
                  <a:schemeClr val="bg1"/>
                </a:solidFill>
                <a:latin typeface="Audiowide" panose="02000503000000020004" pitchFamily="2" charset="0"/>
              </a:rPr>
              <a:t>SERIAL</a:t>
            </a:r>
            <a:endParaRPr lang="es-ES" sz="790" spc="50" dirty="0">
              <a:solidFill>
                <a:schemeClr val="bg1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DFCFC5-0650-4B6E-9DFA-E95A57F67C2B}"/>
              </a:ext>
            </a:extLst>
          </p:cNvPr>
          <p:cNvSpPr txBox="1"/>
          <p:nvPr/>
        </p:nvSpPr>
        <p:spPr>
          <a:xfrm rot="16200000">
            <a:off x="5114322" y="6723826"/>
            <a:ext cx="707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>
                <a:latin typeface="Audiowide" panose="02000503000000020004" pitchFamily="2" charset="0"/>
              </a:rPr>
              <a:t>Reset</a:t>
            </a:r>
            <a:endParaRPr lang="es-ES" sz="1000" dirty="0">
              <a:latin typeface="Audiowide" panose="02000503000000020004" pitchFamily="2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B449002-1A43-4DCC-B477-9A873D0DF2EC}"/>
              </a:ext>
            </a:extLst>
          </p:cNvPr>
          <p:cNvSpPr/>
          <p:nvPr/>
        </p:nvSpPr>
        <p:spPr>
          <a:xfrm>
            <a:off x="6539775" y="5044173"/>
            <a:ext cx="535270" cy="1041977"/>
          </a:xfrm>
          <a:prstGeom prst="roundRect">
            <a:avLst>
              <a:gd name="adj" fmla="val 795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DBDB95F-14EB-49D0-8F00-D5B818808A72}"/>
              </a:ext>
            </a:extLst>
          </p:cNvPr>
          <p:cNvGrpSpPr/>
          <p:nvPr/>
        </p:nvGrpSpPr>
        <p:grpSpPr>
          <a:xfrm>
            <a:off x="2009042" y="5496715"/>
            <a:ext cx="1683896" cy="707886"/>
            <a:chOff x="3713954" y="815975"/>
            <a:chExt cx="1683896" cy="707886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D7FA04C-DFEF-4618-8C6A-317F9D0E6025}"/>
                </a:ext>
              </a:extLst>
            </p:cNvPr>
            <p:cNvSpPr txBox="1"/>
            <p:nvPr/>
          </p:nvSpPr>
          <p:spPr>
            <a:xfrm>
              <a:off x="3713954" y="815975"/>
              <a:ext cx="126742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000" dirty="0">
                  <a:latin typeface="Audiowide" panose="02000503000000020004" pitchFamily="2" charset="0"/>
                </a:rPr>
                <a:t>Smart Garden</a:t>
              </a:r>
            </a:p>
          </p:txBody>
        </p:sp>
        <p:pic>
          <p:nvPicPr>
            <p:cNvPr id="3102" name="Picture 30" descr="Free Icon | Watering can with water drops">
              <a:extLst>
                <a:ext uri="{FF2B5EF4-FFF2-40B4-BE49-F238E27FC236}">
                  <a16:creationId xmlns:a16="http://schemas.microsoft.com/office/drawing/2014/main" id="{9491B846-4A94-4783-9BB1-FCF00B3C4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1351" y="929113"/>
              <a:ext cx="396499" cy="396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4" name="Picture 32" descr="Internet and WiFi - Bibliothèques de Martigues">
              <a:extLst>
                <a:ext uri="{FF2B5EF4-FFF2-40B4-BE49-F238E27FC236}">
                  <a16:creationId xmlns:a16="http://schemas.microsoft.com/office/drawing/2014/main" id="{A361A618-93F3-45C0-86B1-95B9657947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604738">
              <a:off x="4909541" y="1200610"/>
              <a:ext cx="295997" cy="256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4FA3B73F-9D9E-4F62-B3DE-2410DE63A108}"/>
              </a:ext>
            </a:extLst>
          </p:cNvPr>
          <p:cNvGrpSpPr/>
          <p:nvPr/>
        </p:nvGrpSpPr>
        <p:grpSpPr>
          <a:xfrm>
            <a:off x="330770" y="3467111"/>
            <a:ext cx="1234734" cy="261611"/>
            <a:chOff x="4711030" y="3314697"/>
            <a:chExt cx="832807" cy="149966"/>
          </a:xfrm>
        </p:grpSpPr>
        <p:sp>
          <p:nvSpPr>
            <p:cNvPr id="109" name="Rectángulo: esquinas redondeadas 108">
              <a:extLst>
                <a:ext uri="{FF2B5EF4-FFF2-40B4-BE49-F238E27FC236}">
                  <a16:creationId xmlns:a16="http://schemas.microsoft.com/office/drawing/2014/main" id="{96DB8EC4-1069-4FAD-B565-C19CDDA50B15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110" name="Rectángulo: esquinas redondeadas 109">
              <a:extLst>
                <a:ext uri="{FF2B5EF4-FFF2-40B4-BE49-F238E27FC236}">
                  <a16:creationId xmlns:a16="http://schemas.microsoft.com/office/drawing/2014/main" id="{DAF46DCC-66C5-47D1-86C9-2B02BDE1916B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1</a:t>
              </a:r>
            </a:p>
          </p:txBody>
        </p: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F2183E71-3573-4C90-A2B8-C653AC82628A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/>
                  </a:solidFill>
                  <a:latin typeface="Audiowide" panose="02000503000000020004" pitchFamily="2" charset="0"/>
                </a:rPr>
                <a:t>16</a:t>
              </a: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78F4D266-80C1-4E0A-9E70-D9F1F5AAEE3F}"/>
              </a:ext>
            </a:extLst>
          </p:cNvPr>
          <p:cNvGrpSpPr/>
          <p:nvPr/>
        </p:nvGrpSpPr>
        <p:grpSpPr>
          <a:xfrm>
            <a:off x="1186020" y="270465"/>
            <a:ext cx="3532209" cy="461667"/>
            <a:chOff x="993938" y="5977235"/>
            <a:chExt cx="3532209" cy="461667"/>
          </a:xfrm>
        </p:grpSpPr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AB35251C-0D65-4441-B19A-A3DB11A6DA7C}"/>
                </a:ext>
              </a:extLst>
            </p:cNvPr>
            <p:cNvGrpSpPr/>
            <p:nvPr/>
          </p:nvGrpSpPr>
          <p:grpSpPr>
            <a:xfrm>
              <a:off x="993938" y="5977236"/>
              <a:ext cx="720231" cy="461666"/>
              <a:chOff x="993938" y="5970636"/>
              <a:chExt cx="720231" cy="461666"/>
            </a:xfrm>
          </p:grpSpPr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0B907443-A04E-4AAB-AEF7-219327A197DF}"/>
                  </a:ext>
                </a:extLst>
              </p:cNvPr>
              <p:cNvSpPr txBox="1"/>
              <p:nvPr/>
            </p:nvSpPr>
            <p:spPr>
              <a:xfrm>
                <a:off x="993938" y="5970637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157" name="CuadroTexto 156">
                <a:extLst>
                  <a:ext uri="{FF2B5EF4-FFF2-40B4-BE49-F238E27FC236}">
                    <a16:creationId xmlns:a16="http://schemas.microsoft.com/office/drawing/2014/main" id="{506C97DE-2915-4543-85A8-7DAED1F66299}"/>
                  </a:ext>
                </a:extLst>
              </p:cNvPr>
              <p:cNvSpPr txBox="1"/>
              <p:nvPr/>
            </p:nvSpPr>
            <p:spPr>
              <a:xfrm>
                <a:off x="1405878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9994A238-8A91-4A09-AB8B-4E68FE586E9E}"/>
                </a:ext>
              </a:extLst>
            </p:cNvPr>
            <p:cNvGrpSpPr/>
            <p:nvPr/>
          </p:nvGrpSpPr>
          <p:grpSpPr>
            <a:xfrm>
              <a:off x="1901804" y="5977236"/>
              <a:ext cx="1271515" cy="461665"/>
              <a:chOff x="480163" y="5970636"/>
              <a:chExt cx="1271515" cy="461665"/>
            </a:xfrm>
          </p:grpSpPr>
          <p:sp>
            <p:nvSpPr>
              <p:cNvPr id="172" name="CuadroTexto 171">
                <a:extLst>
                  <a:ext uri="{FF2B5EF4-FFF2-40B4-BE49-F238E27FC236}">
                    <a16:creationId xmlns:a16="http://schemas.microsoft.com/office/drawing/2014/main" id="{A472A575-04AA-4D49-8E16-E6798FEF5B76}"/>
                  </a:ext>
                </a:extLst>
              </p:cNvPr>
              <p:cNvSpPr txBox="1"/>
              <p:nvPr/>
            </p:nvSpPr>
            <p:spPr>
              <a:xfrm>
                <a:off x="480163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173" name="CuadroTexto 172">
                <a:extLst>
                  <a:ext uri="{FF2B5EF4-FFF2-40B4-BE49-F238E27FC236}">
                    <a16:creationId xmlns:a16="http://schemas.microsoft.com/office/drawing/2014/main" id="{76A41D3B-1EAC-4A01-B595-BC0A22DB78D5}"/>
                  </a:ext>
                </a:extLst>
              </p:cNvPr>
              <p:cNvSpPr txBox="1"/>
              <p:nvPr/>
            </p:nvSpPr>
            <p:spPr>
              <a:xfrm>
                <a:off x="144338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20B213D5-A4E0-4A6E-B250-C4A7B001366A}"/>
                </a:ext>
              </a:extLst>
            </p:cNvPr>
            <p:cNvGrpSpPr/>
            <p:nvPr/>
          </p:nvGrpSpPr>
          <p:grpSpPr>
            <a:xfrm>
              <a:off x="3268270" y="5977236"/>
              <a:ext cx="832768" cy="461665"/>
              <a:chOff x="418100" y="5970636"/>
              <a:chExt cx="832768" cy="461665"/>
            </a:xfrm>
          </p:grpSpPr>
          <p:sp>
            <p:nvSpPr>
              <p:cNvPr id="175" name="CuadroTexto 174">
                <a:extLst>
                  <a:ext uri="{FF2B5EF4-FFF2-40B4-BE49-F238E27FC236}">
                    <a16:creationId xmlns:a16="http://schemas.microsoft.com/office/drawing/2014/main" id="{B3F04C29-96A0-42EA-8931-0889D17575B3}"/>
                  </a:ext>
                </a:extLst>
              </p:cNvPr>
              <p:cNvSpPr txBox="1"/>
              <p:nvPr/>
            </p:nvSpPr>
            <p:spPr>
              <a:xfrm>
                <a:off x="418100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76" name="CuadroTexto 175">
                <a:extLst>
                  <a:ext uri="{FF2B5EF4-FFF2-40B4-BE49-F238E27FC236}">
                    <a16:creationId xmlns:a16="http://schemas.microsoft.com/office/drawing/2014/main" id="{5D49A9A8-8B23-4F07-8ABB-E020751CDF14}"/>
                  </a:ext>
                </a:extLst>
              </p:cNvPr>
              <p:cNvSpPr txBox="1"/>
              <p:nvPr/>
            </p:nvSpPr>
            <p:spPr>
              <a:xfrm>
                <a:off x="94257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77" name="Grupo 176">
              <a:extLst>
                <a:ext uri="{FF2B5EF4-FFF2-40B4-BE49-F238E27FC236}">
                  <a16:creationId xmlns:a16="http://schemas.microsoft.com/office/drawing/2014/main" id="{6CB0E231-1F87-4037-9CC8-837496ECF646}"/>
                </a:ext>
              </a:extLst>
            </p:cNvPr>
            <p:cNvGrpSpPr/>
            <p:nvPr/>
          </p:nvGrpSpPr>
          <p:grpSpPr>
            <a:xfrm>
              <a:off x="2331040" y="5977235"/>
              <a:ext cx="2195107" cy="461666"/>
              <a:chOff x="-1945808" y="5970635"/>
              <a:chExt cx="2195107" cy="461666"/>
            </a:xfrm>
          </p:grpSpPr>
          <p:sp>
            <p:nvSpPr>
              <p:cNvPr id="178" name="CuadroTexto 177">
                <a:extLst>
                  <a:ext uri="{FF2B5EF4-FFF2-40B4-BE49-F238E27FC236}">
                    <a16:creationId xmlns:a16="http://schemas.microsoft.com/office/drawing/2014/main" id="{C57A68C8-DD6B-4827-BDFF-DD297A4CFA9B}"/>
                  </a:ext>
                </a:extLst>
              </p:cNvPr>
              <p:cNvSpPr txBox="1"/>
              <p:nvPr/>
            </p:nvSpPr>
            <p:spPr>
              <a:xfrm>
                <a:off x="-58992" y="5970635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79" name="CuadroTexto 178">
                <a:extLst>
                  <a:ext uri="{FF2B5EF4-FFF2-40B4-BE49-F238E27FC236}">
                    <a16:creationId xmlns:a16="http://schemas.microsoft.com/office/drawing/2014/main" id="{1407FD49-2357-4D62-9C74-7EF8ED04D32B}"/>
                  </a:ext>
                </a:extLst>
              </p:cNvPr>
              <p:cNvSpPr txBox="1"/>
              <p:nvPr/>
            </p:nvSpPr>
            <p:spPr>
              <a:xfrm>
                <a:off x="-1945808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5EFD4200-E3B8-4891-A6A5-E962DD5D7D1D}"/>
              </a:ext>
            </a:extLst>
          </p:cNvPr>
          <p:cNvGrpSpPr/>
          <p:nvPr/>
        </p:nvGrpSpPr>
        <p:grpSpPr>
          <a:xfrm rot="5400000">
            <a:off x="357846" y="6019331"/>
            <a:ext cx="261610" cy="883033"/>
            <a:chOff x="6778219" y="1366503"/>
            <a:chExt cx="261610" cy="663456"/>
          </a:xfrm>
        </p:grpSpPr>
        <p:sp>
          <p:nvSpPr>
            <p:cNvPr id="181" name="CuadroTexto 180">
              <a:extLst>
                <a:ext uri="{FF2B5EF4-FFF2-40B4-BE49-F238E27FC236}">
                  <a16:creationId xmlns:a16="http://schemas.microsoft.com/office/drawing/2014/main" id="{8DF023B4-68F4-473F-9DE5-0EC31BB54E05}"/>
                </a:ext>
              </a:extLst>
            </p:cNvPr>
            <p:cNvSpPr txBox="1"/>
            <p:nvPr/>
          </p:nvSpPr>
          <p:spPr>
            <a:xfrm rot="16200000">
              <a:off x="6577296" y="1567426"/>
              <a:ext cx="66345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100" dirty="0">
                  <a:latin typeface="Audiowide" panose="02000503000000020004" pitchFamily="2" charset="0"/>
                </a:rPr>
                <a:t>24 VAC</a:t>
              </a:r>
              <a:endParaRPr lang="es-ES" sz="1100" dirty="0"/>
            </a:p>
          </p:txBody>
        </p:sp>
        <p:sp>
          <p:nvSpPr>
            <p:cNvPr id="182" name="Rectángulo: esquinas redondeadas 181">
              <a:extLst>
                <a:ext uri="{FF2B5EF4-FFF2-40B4-BE49-F238E27FC236}">
                  <a16:creationId xmlns:a16="http://schemas.microsoft.com/office/drawing/2014/main" id="{470294C4-310B-4B90-BB2D-430B30D1ADDC}"/>
                </a:ext>
              </a:extLst>
            </p:cNvPr>
            <p:cNvSpPr/>
            <p:nvPr/>
          </p:nvSpPr>
          <p:spPr>
            <a:xfrm rot="16200000">
              <a:off x="6584083" y="1599915"/>
              <a:ext cx="615229" cy="187784"/>
            </a:xfrm>
            <a:prstGeom prst="roundRect">
              <a:avLst>
                <a:gd name="adj" fmla="val 30781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dirty="0"/>
            </a:p>
          </p:txBody>
        </p:sp>
      </p:grp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EB1D1819-39DD-462C-8AD7-A62421EF882C}"/>
              </a:ext>
            </a:extLst>
          </p:cNvPr>
          <p:cNvSpPr txBox="1"/>
          <p:nvPr/>
        </p:nvSpPr>
        <p:spPr>
          <a:xfrm>
            <a:off x="5948413" y="5087499"/>
            <a:ext cx="641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udiowide" panose="02000503000000020004" pitchFamily="2" charset="0"/>
              </a:rPr>
              <a:t>Flash</a:t>
            </a:r>
          </a:p>
        </p:txBody>
      </p:sp>
      <p:graphicFrame>
        <p:nvGraphicFramePr>
          <p:cNvPr id="147" name="Tabla 7">
            <a:extLst>
              <a:ext uri="{FF2B5EF4-FFF2-40B4-BE49-F238E27FC236}">
                <a16:creationId xmlns:a16="http://schemas.microsoft.com/office/drawing/2014/main" id="{36DF660C-954F-44AC-B049-29C96D704026}"/>
              </a:ext>
            </a:extLst>
          </p:cNvPr>
          <p:cNvGraphicFramePr>
            <a:graphicFrameLocks noGrp="1"/>
          </p:cNvGraphicFramePr>
          <p:nvPr/>
        </p:nvGraphicFramePr>
        <p:xfrm>
          <a:off x="6070726" y="1130130"/>
          <a:ext cx="1025500" cy="85082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45800">
                  <a:extLst>
                    <a:ext uri="{9D8B030D-6E8A-4147-A177-3AD203B41FA5}">
                      <a16:colId xmlns:a16="http://schemas.microsoft.com/office/drawing/2014/main" val="486858203"/>
                    </a:ext>
                  </a:extLst>
                </a:gridCol>
                <a:gridCol w="259900">
                  <a:extLst>
                    <a:ext uri="{9D8B030D-6E8A-4147-A177-3AD203B41FA5}">
                      <a16:colId xmlns:a16="http://schemas.microsoft.com/office/drawing/2014/main" val="3938050864"/>
                    </a:ext>
                  </a:extLst>
                </a:gridCol>
                <a:gridCol w="259900">
                  <a:extLst>
                    <a:ext uri="{9D8B030D-6E8A-4147-A177-3AD203B41FA5}">
                      <a16:colId xmlns:a16="http://schemas.microsoft.com/office/drawing/2014/main" val="3072194285"/>
                    </a:ext>
                  </a:extLst>
                </a:gridCol>
                <a:gridCol w="259900">
                  <a:extLst>
                    <a:ext uri="{9D8B030D-6E8A-4147-A177-3AD203B41FA5}">
                      <a16:colId xmlns:a16="http://schemas.microsoft.com/office/drawing/2014/main" val="624226288"/>
                    </a:ext>
                  </a:extLst>
                </a:gridCol>
              </a:tblGrid>
              <a:tr h="337276"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udiowid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657472"/>
                  </a:ext>
                </a:extLst>
              </a:tr>
              <a:tr h="24253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23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27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147940"/>
                  </a:ext>
                </a:extLst>
              </a:tr>
              <a:tr h="24253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>
                          <a:latin typeface="Audiowid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282466"/>
                  </a:ext>
                </a:extLst>
              </a:tr>
            </a:tbl>
          </a:graphicData>
        </a:graphic>
      </p:graphicFrame>
      <p:grpSp>
        <p:nvGrpSpPr>
          <p:cNvPr id="156" name="Grupo 155">
            <a:extLst>
              <a:ext uri="{FF2B5EF4-FFF2-40B4-BE49-F238E27FC236}">
                <a16:creationId xmlns:a16="http://schemas.microsoft.com/office/drawing/2014/main" id="{427AA344-3B9C-430D-8F05-27D47E436225}"/>
              </a:ext>
            </a:extLst>
          </p:cNvPr>
          <p:cNvGrpSpPr/>
          <p:nvPr/>
        </p:nvGrpSpPr>
        <p:grpSpPr>
          <a:xfrm rot="16200000">
            <a:off x="6188868" y="2350764"/>
            <a:ext cx="862623" cy="644795"/>
            <a:chOff x="9153906" y="3039497"/>
            <a:chExt cx="1220831" cy="716971"/>
          </a:xfrm>
        </p:grpSpPr>
        <p:sp>
          <p:nvSpPr>
            <p:cNvPr id="162" name="CuadroTexto 161">
              <a:extLst>
                <a:ext uri="{FF2B5EF4-FFF2-40B4-BE49-F238E27FC236}">
                  <a16:creationId xmlns:a16="http://schemas.microsoft.com/office/drawing/2014/main" id="{6A718EC8-5025-42CB-8205-98AD513F9664}"/>
                </a:ext>
              </a:extLst>
            </p:cNvPr>
            <p:cNvSpPr txBox="1"/>
            <p:nvPr/>
          </p:nvSpPr>
          <p:spPr>
            <a:xfrm rot="5400000">
              <a:off x="9874220" y="3205519"/>
              <a:ext cx="641680" cy="35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050" dirty="0">
                  <a:latin typeface="Audiowide" panose="02000503000000020004" pitchFamily="2" charset="0"/>
                </a:rPr>
                <a:t>3V</a:t>
              </a:r>
            </a:p>
          </p:txBody>
        </p:sp>
        <p:sp>
          <p:nvSpPr>
            <p:cNvPr id="166" name="CuadroTexto 165">
              <a:extLst>
                <a:ext uri="{FF2B5EF4-FFF2-40B4-BE49-F238E27FC236}">
                  <a16:creationId xmlns:a16="http://schemas.microsoft.com/office/drawing/2014/main" id="{3F03050F-9121-4E78-AC97-152A9D6650A2}"/>
                </a:ext>
              </a:extLst>
            </p:cNvPr>
            <p:cNvSpPr txBox="1"/>
            <p:nvPr/>
          </p:nvSpPr>
          <p:spPr>
            <a:xfrm rot="5400000">
              <a:off x="9550237" y="3234640"/>
              <a:ext cx="716971" cy="326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b="1" dirty="0">
                  <a:latin typeface="Audiowide" panose="02000503000000020004" pitchFamily="2" charset="0"/>
                </a:rPr>
                <a:t>GND</a:t>
              </a:r>
              <a:endParaRPr lang="es-ES" sz="700" b="1" dirty="0">
                <a:latin typeface="Audiowide" panose="02000503000000020004" pitchFamily="2" charset="0"/>
              </a:endParaRPr>
            </a:p>
          </p:txBody>
        </p:sp>
        <p:sp>
          <p:nvSpPr>
            <p:cNvPr id="167" name="CuadroTexto 166">
              <a:extLst>
                <a:ext uri="{FF2B5EF4-FFF2-40B4-BE49-F238E27FC236}">
                  <a16:creationId xmlns:a16="http://schemas.microsoft.com/office/drawing/2014/main" id="{6950C498-BF3F-4F66-84AE-B22339CCA321}"/>
                </a:ext>
              </a:extLst>
            </p:cNvPr>
            <p:cNvSpPr txBox="1"/>
            <p:nvPr/>
          </p:nvSpPr>
          <p:spPr>
            <a:xfrm rot="5400000">
              <a:off x="9287977" y="3251764"/>
              <a:ext cx="641680" cy="326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b="1" dirty="0">
                  <a:latin typeface="Audiowide" panose="02000503000000020004" pitchFamily="2" charset="0"/>
                </a:rPr>
                <a:t>SCL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168" name="CuadroTexto 167">
              <a:extLst>
                <a:ext uri="{FF2B5EF4-FFF2-40B4-BE49-F238E27FC236}">
                  <a16:creationId xmlns:a16="http://schemas.microsoft.com/office/drawing/2014/main" id="{F103064A-434C-482F-9596-1D7430374702}"/>
                </a:ext>
              </a:extLst>
            </p:cNvPr>
            <p:cNvSpPr txBox="1"/>
            <p:nvPr/>
          </p:nvSpPr>
          <p:spPr>
            <a:xfrm rot="5400000">
              <a:off x="8996409" y="3260236"/>
              <a:ext cx="641680" cy="326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900" b="1" dirty="0">
                  <a:latin typeface="Audiowide" panose="02000503000000020004" pitchFamily="2" charset="0"/>
                </a:rPr>
                <a:t>SDA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</p:grpSp>
      <p:sp>
        <p:nvSpPr>
          <p:cNvPr id="170" name="Rectángulo: esquinas redondeadas 169">
            <a:extLst>
              <a:ext uri="{FF2B5EF4-FFF2-40B4-BE49-F238E27FC236}">
                <a16:creationId xmlns:a16="http://schemas.microsoft.com/office/drawing/2014/main" id="{38A81791-90DD-4E72-B9AC-42D79AE3513C}"/>
              </a:ext>
            </a:extLst>
          </p:cNvPr>
          <p:cNvSpPr/>
          <p:nvPr/>
        </p:nvSpPr>
        <p:spPr>
          <a:xfrm>
            <a:off x="6524357" y="2066879"/>
            <a:ext cx="577084" cy="1021713"/>
          </a:xfrm>
          <a:prstGeom prst="roundRect">
            <a:avLst>
              <a:gd name="adj" fmla="val 795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61ED0C5-31FA-4552-AAD2-EFF6BB4EEE95}"/>
              </a:ext>
            </a:extLst>
          </p:cNvPr>
          <p:cNvSpPr/>
          <p:nvPr/>
        </p:nvSpPr>
        <p:spPr>
          <a:xfrm>
            <a:off x="6070726" y="1130131"/>
            <a:ext cx="1025500" cy="83705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C46E214-2EA0-7B37-40C4-185D9FCEC282}"/>
              </a:ext>
            </a:extLst>
          </p:cNvPr>
          <p:cNvGrpSpPr/>
          <p:nvPr/>
        </p:nvGrpSpPr>
        <p:grpSpPr>
          <a:xfrm>
            <a:off x="1101176" y="1107018"/>
            <a:ext cx="3711316" cy="461667"/>
            <a:chOff x="993938" y="5977235"/>
            <a:chExt cx="3711316" cy="46166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DCF81D9-0A42-30BA-335F-F2B77CC98371}"/>
                </a:ext>
              </a:extLst>
            </p:cNvPr>
            <p:cNvGrpSpPr/>
            <p:nvPr/>
          </p:nvGrpSpPr>
          <p:grpSpPr>
            <a:xfrm>
              <a:off x="993938" y="5977236"/>
              <a:ext cx="899338" cy="461666"/>
              <a:chOff x="993938" y="5970636"/>
              <a:chExt cx="899338" cy="461666"/>
            </a:xfrm>
          </p:grpSpPr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BA12C70-491F-F0B0-0CD6-561A03F46CA4}"/>
                  </a:ext>
                </a:extLst>
              </p:cNvPr>
              <p:cNvSpPr txBox="1"/>
              <p:nvPr/>
            </p:nvSpPr>
            <p:spPr>
              <a:xfrm>
                <a:off x="993938" y="5970637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3EE6A94-F623-BC49-2A8C-84EFC711ECAA}"/>
                  </a:ext>
                </a:extLst>
              </p:cNvPr>
              <p:cNvSpPr txBox="1"/>
              <p:nvPr/>
            </p:nvSpPr>
            <p:spPr>
              <a:xfrm>
                <a:off x="1584985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1EBBECA4-C391-7D63-FC84-058D9EA5B799}"/>
                </a:ext>
              </a:extLst>
            </p:cNvPr>
            <p:cNvGrpSpPr/>
            <p:nvPr/>
          </p:nvGrpSpPr>
          <p:grpSpPr>
            <a:xfrm>
              <a:off x="1901804" y="5977236"/>
              <a:ext cx="1271515" cy="461665"/>
              <a:chOff x="480163" y="5970636"/>
              <a:chExt cx="1271515" cy="461665"/>
            </a:xfrm>
          </p:grpSpPr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1E9EDA1-DB05-DFD5-35BA-A2AFA90CC793}"/>
                  </a:ext>
                </a:extLst>
              </p:cNvPr>
              <p:cNvSpPr txBox="1"/>
              <p:nvPr/>
            </p:nvSpPr>
            <p:spPr>
              <a:xfrm>
                <a:off x="480163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2187E1E2-9CAE-335D-0DC0-B331ADA7936F}"/>
                  </a:ext>
                </a:extLst>
              </p:cNvPr>
              <p:cNvSpPr txBox="1"/>
              <p:nvPr/>
            </p:nvSpPr>
            <p:spPr>
              <a:xfrm>
                <a:off x="144338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5F7AFC18-9C2D-6DE2-6D0A-D90B8734B631}"/>
                </a:ext>
              </a:extLst>
            </p:cNvPr>
            <p:cNvGrpSpPr/>
            <p:nvPr/>
          </p:nvGrpSpPr>
          <p:grpSpPr>
            <a:xfrm>
              <a:off x="3447377" y="5977236"/>
              <a:ext cx="653661" cy="461665"/>
              <a:chOff x="597207" y="5970636"/>
              <a:chExt cx="653661" cy="461665"/>
            </a:xfrm>
          </p:grpSpPr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0354A8D-6A43-475D-7205-D3EA6E3E238B}"/>
                  </a:ext>
                </a:extLst>
              </p:cNvPr>
              <p:cNvSpPr txBox="1"/>
              <p:nvPr/>
            </p:nvSpPr>
            <p:spPr>
              <a:xfrm>
                <a:off x="59720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C76E4CBA-631A-E63E-48F3-BE8232B15332}"/>
                  </a:ext>
                </a:extLst>
              </p:cNvPr>
              <p:cNvSpPr txBox="1"/>
              <p:nvPr/>
            </p:nvSpPr>
            <p:spPr>
              <a:xfrm>
                <a:off x="942577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-</a:t>
                </a:r>
                <a:endParaRPr lang="es-ES" sz="2400" dirty="0"/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A6C1E1DB-D206-02D5-2A41-CF41AA51568E}"/>
                </a:ext>
              </a:extLst>
            </p:cNvPr>
            <p:cNvGrpSpPr/>
            <p:nvPr/>
          </p:nvGrpSpPr>
          <p:grpSpPr>
            <a:xfrm>
              <a:off x="2510147" y="5977235"/>
              <a:ext cx="2195107" cy="461666"/>
              <a:chOff x="-1766701" y="5970635"/>
              <a:chExt cx="2195107" cy="461666"/>
            </a:xfrm>
          </p:grpSpPr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80C2292-DB8E-5371-5B98-E114BAC70802}"/>
                  </a:ext>
                </a:extLst>
              </p:cNvPr>
              <p:cNvSpPr txBox="1"/>
              <p:nvPr/>
            </p:nvSpPr>
            <p:spPr>
              <a:xfrm>
                <a:off x="120115" y="5970635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E5EF7C-41A4-B495-F08E-A393A92CF709}"/>
                  </a:ext>
                </a:extLst>
              </p:cNvPr>
              <p:cNvSpPr txBox="1"/>
              <p:nvPr/>
            </p:nvSpPr>
            <p:spPr>
              <a:xfrm>
                <a:off x="-1766701" y="5970636"/>
                <a:ext cx="3082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latin typeface="Audiowide" panose="02000503000000020004" pitchFamily="2" charset="0"/>
                  </a:rPr>
                  <a:t>+</a:t>
                </a:r>
                <a:endParaRPr lang="es-ES" sz="2400" dirty="0"/>
              </a:p>
            </p:txBody>
          </p:sp>
        </p:grp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259E1A9-400B-1E1C-E9E1-75F8A7AC997F}"/>
              </a:ext>
            </a:extLst>
          </p:cNvPr>
          <p:cNvGrpSpPr/>
          <p:nvPr/>
        </p:nvGrpSpPr>
        <p:grpSpPr>
          <a:xfrm>
            <a:off x="1604279" y="3468850"/>
            <a:ext cx="1234734" cy="261611"/>
            <a:chOff x="4711030" y="3314697"/>
            <a:chExt cx="832807" cy="149966"/>
          </a:xfrm>
        </p:grpSpPr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02B8A1BE-06F6-1008-BCAC-92D35B25D501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A59B2F50-6B81-80BA-F3BE-9D861C25E3D6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2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35E1FAB5-0BB3-FBB6-8B28-84CD44C0F5F4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/>
                  </a:solidFill>
                  <a:latin typeface="Audiowide" panose="02000503000000020004" pitchFamily="2" charset="0"/>
                </a:rPr>
                <a:t>17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E8E147E4-7930-A166-D013-6BE1C04A33A6}"/>
              </a:ext>
            </a:extLst>
          </p:cNvPr>
          <p:cNvGrpSpPr/>
          <p:nvPr/>
        </p:nvGrpSpPr>
        <p:grpSpPr>
          <a:xfrm>
            <a:off x="2904406" y="3468850"/>
            <a:ext cx="1234734" cy="261611"/>
            <a:chOff x="4711030" y="3314697"/>
            <a:chExt cx="832807" cy="149966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FC8B2C2D-36AC-8CE2-3F03-BC7E6AC8AC11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AB546801-69B3-BFF1-6760-54B5305E48C0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3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389F60F8-C62D-E9C7-AB58-2BAA110B742C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/>
                  </a:solidFill>
                  <a:latin typeface="Audiowide" panose="02000503000000020004" pitchFamily="2" charset="0"/>
                </a:rPr>
                <a:t>18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F43670ED-B633-E913-56B9-519F9C5F4A72}"/>
              </a:ext>
            </a:extLst>
          </p:cNvPr>
          <p:cNvGrpSpPr/>
          <p:nvPr/>
        </p:nvGrpSpPr>
        <p:grpSpPr>
          <a:xfrm rot="16200000">
            <a:off x="4980696" y="2160226"/>
            <a:ext cx="1234734" cy="261611"/>
            <a:chOff x="4711030" y="3314697"/>
            <a:chExt cx="832807" cy="149966"/>
          </a:xfrm>
        </p:grpSpPr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5C189CD8-1C50-9411-2EEA-B53DB4545773}"/>
                </a:ext>
              </a:extLst>
            </p:cNvPr>
            <p:cNvSpPr/>
            <p:nvPr/>
          </p:nvSpPr>
          <p:spPr>
            <a:xfrm>
              <a:off x="4711030" y="3315692"/>
              <a:ext cx="832807" cy="14797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ES" sz="3200" dirty="0"/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55246129-8A46-BC5F-4792-FADC4BA0C5DA}"/>
                </a:ext>
              </a:extLst>
            </p:cNvPr>
            <p:cNvSpPr/>
            <p:nvPr/>
          </p:nvSpPr>
          <p:spPr>
            <a:xfrm>
              <a:off x="4918707" y="3315693"/>
              <a:ext cx="622513" cy="1479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  <a:latin typeface="Audiowide" panose="02000503000000020004" pitchFamily="2" charset="0"/>
                </a:rPr>
                <a:t>Output 4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2350A2AD-1C4A-DCBE-2A93-450773E29C17}"/>
                </a:ext>
              </a:extLst>
            </p:cNvPr>
            <p:cNvSpPr txBox="1"/>
            <p:nvPr/>
          </p:nvSpPr>
          <p:spPr>
            <a:xfrm>
              <a:off x="4726670" y="3314697"/>
              <a:ext cx="335151" cy="1499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/>
                  </a:solidFill>
                  <a:latin typeface="Audiowide" panose="02000503000000020004" pitchFamily="2" charset="0"/>
                </a:rPr>
                <a:t>19</a:t>
              </a:r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F5A0B5E-C39D-2514-0459-5CBC9EE265B6}"/>
              </a:ext>
            </a:extLst>
          </p:cNvPr>
          <p:cNvSpPr txBox="1"/>
          <p:nvPr/>
        </p:nvSpPr>
        <p:spPr>
          <a:xfrm>
            <a:off x="6519592" y="2071642"/>
            <a:ext cx="577086" cy="204927"/>
          </a:xfrm>
          <a:prstGeom prst="rect">
            <a:avLst/>
          </a:prstGeom>
          <a:solidFill>
            <a:schemeClr val="tx1"/>
          </a:solidFill>
        </p:spPr>
        <p:txBody>
          <a:bodyPr wrap="square" lIns="0" rIns="0">
            <a:noAutofit/>
          </a:bodyPr>
          <a:lstStyle/>
          <a:p>
            <a:pPr algn="ctr" defTabSz="0">
              <a:tabLst>
                <a:tab pos="0" algn="l"/>
              </a:tabLst>
            </a:pPr>
            <a:r>
              <a:rPr lang="es-ES" sz="790" spc="50" dirty="0">
                <a:solidFill>
                  <a:schemeClr val="bg1"/>
                </a:solidFill>
                <a:latin typeface="Audiowide" panose="02000503000000020004" pitchFamily="2" charset="0"/>
              </a:rPr>
              <a:t>I2C</a:t>
            </a:r>
            <a:endParaRPr lang="es-ES" sz="790" spc="50" dirty="0">
              <a:solidFill>
                <a:schemeClr val="bg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48E9938-167A-11CC-8A16-F2B6FE46FDB3}"/>
              </a:ext>
            </a:extLst>
          </p:cNvPr>
          <p:cNvSpPr txBox="1"/>
          <p:nvPr/>
        </p:nvSpPr>
        <p:spPr>
          <a:xfrm>
            <a:off x="2282280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063056C-CDFB-395C-6A1E-129BA0D487B4}"/>
              </a:ext>
            </a:extLst>
          </p:cNvPr>
          <p:cNvSpPr txBox="1"/>
          <p:nvPr/>
        </p:nvSpPr>
        <p:spPr>
          <a:xfrm>
            <a:off x="2904406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BC127DF-0BCF-8724-7B29-03418E9655F9}"/>
              </a:ext>
            </a:extLst>
          </p:cNvPr>
          <p:cNvSpPr txBox="1"/>
          <p:nvPr/>
        </p:nvSpPr>
        <p:spPr>
          <a:xfrm>
            <a:off x="3526532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5EA00CB-F672-2E42-56A3-C03421C71A2D}"/>
              </a:ext>
            </a:extLst>
          </p:cNvPr>
          <p:cNvGrpSpPr/>
          <p:nvPr/>
        </p:nvGrpSpPr>
        <p:grpSpPr>
          <a:xfrm>
            <a:off x="2288630" y="6408553"/>
            <a:ext cx="2316175" cy="377026"/>
            <a:chOff x="2288630" y="6408553"/>
            <a:chExt cx="2316175" cy="377026"/>
          </a:xfrm>
        </p:grpSpPr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82876E4-5C39-EF16-DD17-DCC924526EA5}"/>
                </a:ext>
              </a:extLst>
            </p:cNvPr>
            <p:cNvSpPr txBox="1"/>
            <p:nvPr/>
          </p:nvSpPr>
          <p:spPr>
            <a:xfrm>
              <a:off x="2288630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FADD303D-90C5-AAA9-637C-B8D16BC76EB5}"/>
                </a:ext>
              </a:extLst>
            </p:cNvPr>
            <p:cNvSpPr txBox="1"/>
            <p:nvPr/>
          </p:nvSpPr>
          <p:spPr>
            <a:xfrm>
              <a:off x="2910756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30378934-A179-0914-BA11-156402A1467B}"/>
                </a:ext>
              </a:extLst>
            </p:cNvPr>
            <p:cNvSpPr txBox="1"/>
            <p:nvPr/>
          </p:nvSpPr>
          <p:spPr>
            <a:xfrm>
              <a:off x="3532882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CA851C00-7CB8-2A5D-2813-761333981519}"/>
                </a:ext>
              </a:extLst>
            </p:cNvPr>
            <p:cNvSpPr txBox="1"/>
            <p:nvPr/>
          </p:nvSpPr>
          <p:spPr>
            <a:xfrm>
              <a:off x="4177646" y="6408553"/>
              <a:ext cx="427159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50" dirty="0">
                  <a:latin typeface="Audiowide" panose="02000503000000020004" pitchFamily="2" charset="0"/>
                </a:rPr>
                <a:t>24</a:t>
              </a:r>
              <a:r>
                <a:rPr lang="es-ES" sz="800" b="1" dirty="0">
                  <a:latin typeface="Audiowide" panose="02000503000000020004" pitchFamily="2" charset="0"/>
                </a:rPr>
                <a:t>VAC</a:t>
              </a:r>
              <a:endParaRPr lang="es-ES" sz="1050" b="1" dirty="0">
                <a:latin typeface="Audiowide" panose="02000503000000020004" pitchFamily="2" charset="0"/>
              </a:endParaRPr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6AC70A1-63F4-5703-6068-285982027DA2}"/>
              </a:ext>
            </a:extLst>
          </p:cNvPr>
          <p:cNvSpPr txBox="1"/>
          <p:nvPr/>
        </p:nvSpPr>
        <p:spPr>
          <a:xfrm>
            <a:off x="4171296" y="6885854"/>
            <a:ext cx="427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Audiowide" panose="02000503000000020004" pitchFamily="2" charset="0"/>
              </a:rPr>
              <a:t>VDC</a:t>
            </a:r>
            <a:endParaRPr lang="es-ES" sz="1050" b="1" dirty="0">
              <a:latin typeface="Audiowid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03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E24EA49-C962-763C-9FCB-976773509A9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3433" y="388178"/>
            <a:ext cx="7226178" cy="6819887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4DBDB95F-14EB-49D0-8F00-D5B818808A72}"/>
              </a:ext>
            </a:extLst>
          </p:cNvPr>
          <p:cNvGrpSpPr/>
          <p:nvPr/>
        </p:nvGrpSpPr>
        <p:grpSpPr>
          <a:xfrm>
            <a:off x="1216361" y="3017520"/>
            <a:ext cx="4437610" cy="1754326"/>
            <a:chOff x="3713961" y="815977"/>
            <a:chExt cx="1683889" cy="665694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D7FA04C-DFEF-4618-8C6A-317F9D0E6025}"/>
                </a:ext>
              </a:extLst>
            </p:cNvPr>
            <p:cNvSpPr txBox="1"/>
            <p:nvPr/>
          </p:nvSpPr>
          <p:spPr>
            <a:xfrm>
              <a:off x="3713961" y="815977"/>
              <a:ext cx="1267423" cy="665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5400" dirty="0">
                  <a:latin typeface="Audiowide" panose="02000503000000020004" pitchFamily="2" charset="0"/>
                </a:rPr>
                <a:t>Smart Garden</a:t>
              </a:r>
            </a:p>
          </p:txBody>
        </p:sp>
        <p:pic>
          <p:nvPicPr>
            <p:cNvPr id="3102" name="Picture 30" descr="Free Icon | Watering can with water drops">
              <a:extLst>
                <a:ext uri="{FF2B5EF4-FFF2-40B4-BE49-F238E27FC236}">
                  <a16:creationId xmlns:a16="http://schemas.microsoft.com/office/drawing/2014/main" id="{9491B846-4A94-4783-9BB1-FCF00B3C4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1351" y="929113"/>
              <a:ext cx="396499" cy="396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4" name="Picture 32" descr="Internet and WiFi - Bibliothèques de Martigues">
              <a:extLst>
                <a:ext uri="{FF2B5EF4-FFF2-40B4-BE49-F238E27FC236}">
                  <a16:creationId xmlns:a16="http://schemas.microsoft.com/office/drawing/2014/main" id="{A361A618-93F3-45C0-86B1-95B9657947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604738">
              <a:off x="4909541" y="1200610"/>
              <a:ext cx="295997" cy="256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401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4DBDB95F-14EB-49D0-8F00-D5B818808A72}"/>
              </a:ext>
            </a:extLst>
          </p:cNvPr>
          <p:cNvGrpSpPr/>
          <p:nvPr/>
        </p:nvGrpSpPr>
        <p:grpSpPr>
          <a:xfrm>
            <a:off x="1216361" y="3017520"/>
            <a:ext cx="4437610" cy="1754326"/>
            <a:chOff x="3713961" y="815977"/>
            <a:chExt cx="1683889" cy="665694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D7FA04C-DFEF-4618-8C6A-317F9D0E6025}"/>
                </a:ext>
              </a:extLst>
            </p:cNvPr>
            <p:cNvSpPr txBox="1"/>
            <p:nvPr/>
          </p:nvSpPr>
          <p:spPr>
            <a:xfrm>
              <a:off x="3713961" y="815977"/>
              <a:ext cx="1267423" cy="665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5400" dirty="0">
                  <a:latin typeface="Audiowide" panose="02000503000000020004" pitchFamily="2" charset="0"/>
                </a:rPr>
                <a:t>Smart Garden</a:t>
              </a:r>
            </a:p>
          </p:txBody>
        </p:sp>
        <p:pic>
          <p:nvPicPr>
            <p:cNvPr id="3102" name="Picture 30" descr="Free Icon | Watering can with water drops">
              <a:extLst>
                <a:ext uri="{FF2B5EF4-FFF2-40B4-BE49-F238E27FC236}">
                  <a16:creationId xmlns:a16="http://schemas.microsoft.com/office/drawing/2014/main" id="{9491B846-4A94-4783-9BB1-FCF00B3C4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1351" y="929113"/>
              <a:ext cx="396499" cy="396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4" name="Picture 32" descr="Internet and WiFi - Bibliothèques de Martigues">
              <a:extLst>
                <a:ext uri="{FF2B5EF4-FFF2-40B4-BE49-F238E27FC236}">
                  <a16:creationId xmlns:a16="http://schemas.microsoft.com/office/drawing/2014/main" id="{A361A618-93F3-45C0-86B1-95B9657947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604738">
              <a:off x="4909541" y="1200610"/>
              <a:ext cx="295997" cy="256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2772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20926</TotalTime>
  <Words>134</Words>
  <Application>Microsoft Office PowerPoint</Application>
  <PresentationFormat>Personalizado</PresentationFormat>
  <Paragraphs>120</Paragraphs>
  <Slides>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Audiowide</vt:lpstr>
      <vt:lpstr>Calibri</vt:lpstr>
      <vt:lpstr>Calibri Light</vt:lpstr>
      <vt:lpstr>Tema de Office</vt:lpstr>
      <vt:lpstr>Hoja de cálculo de Microsoft Excel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Jon Garcia Aguado</dc:creator>
  <cp:lastModifiedBy>Jon Garcia Aguado</cp:lastModifiedBy>
  <cp:revision>49</cp:revision>
  <dcterms:created xsi:type="dcterms:W3CDTF">2020-10-03T08:25:02Z</dcterms:created>
  <dcterms:modified xsi:type="dcterms:W3CDTF">2022-08-24T13:28:28Z</dcterms:modified>
</cp:coreProperties>
</file>